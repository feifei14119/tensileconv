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tmp" ContentType="image/png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5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6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4026" r:id="rId5"/>
  </p:sldMasterIdLst>
  <p:notesMasterIdLst>
    <p:notesMasterId r:id="rId15"/>
  </p:notesMasterIdLst>
  <p:handoutMasterIdLst>
    <p:handoutMasterId r:id="rId16"/>
  </p:handoutMasterIdLst>
  <p:sldIdLst>
    <p:sldId id="298" r:id="rId6"/>
    <p:sldId id="272" r:id="rId7"/>
    <p:sldId id="383" r:id="rId8"/>
    <p:sldId id="388" r:id="rId9"/>
    <p:sldId id="387" r:id="rId10"/>
    <p:sldId id="389" r:id="rId11"/>
    <p:sldId id="386" r:id="rId12"/>
    <p:sldId id="381" r:id="rId13"/>
    <p:sldId id="390" r:id="rId14"/>
  </p:sldIdLst>
  <p:sldSz cx="12188825" cy="6858000"/>
  <p:notesSz cx="7102475" cy="9388475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413">
          <p15:clr>
            <a:srgbClr val="A4A3A4"/>
          </p15:clr>
        </p15:guide>
        <p15:guide id="2" pos="36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957">
          <p15:clr>
            <a:srgbClr val="A4A3A4"/>
          </p15:clr>
        </p15:guide>
        <p15:guide id="2" pos="2237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ED1C24"/>
    <a:srgbClr val="F2F2F2"/>
    <a:srgbClr val="00AAB5"/>
    <a:srgbClr val="767DC5"/>
    <a:srgbClr val="F26522"/>
    <a:srgbClr val="A6CE39"/>
    <a:srgbClr val="F1FCFD"/>
    <a:srgbClr val="D6F6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317" autoAdjust="0"/>
    <p:restoredTop sz="94291" autoAdjust="0"/>
  </p:normalViewPr>
  <p:slideViewPr>
    <p:cSldViewPr snapToGrid="0" snapToObjects="1">
      <p:cViewPr varScale="1">
        <p:scale>
          <a:sx n="68" d="100"/>
          <a:sy n="68" d="100"/>
        </p:scale>
        <p:origin x="96" y="3912"/>
      </p:cViewPr>
      <p:guideLst>
        <p:guide orient="horz" pos="413"/>
        <p:guide pos="36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0" d="100"/>
        <a:sy n="60" d="100"/>
      </p:scale>
      <p:origin x="0" y="0"/>
    </p:cViewPr>
  </p:sorterViewPr>
  <p:notesViewPr>
    <p:cSldViewPr snapToGrid="0" snapToObjects="1">
      <p:cViewPr>
        <p:scale>
          <a:sx n="190" d="100"/>
          <a:sy n="190" d="100"/>
        </p:scale>
        <p:origin x="-96" y="3222"/>
      </p:cViewPr>
      <p:guideLst>
        <p:guide orient="horz" pos="2957"/>
        <p:guide pos="2237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5" Type="http://schemas.openxmlformats.org/officeDocument/2006/relationships/slideMaster" Target="slideMasters/slideMaster2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5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feiw\source\repos\conv\doc\conv1x1&#24615;&#33021;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feiw\source\repos\conv\doc\conv1x1&#24615;&#33021;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feiw\source\repos\conv\doc\conv1x1&#24615;&#33021;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feiw\source\repos\conv\doc\conv1x1&#24615;&#33021;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diff</a:t>
            </a:r>
            <a:r>
              <a:rPr lang="en-US" baseline="0" dirty="0"/>
              <a:t> time (us)</a:t>
            </a:r>
            <a:endParaRPr lang="en-US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val>
            <c:numRef>
              <c:f>Fiji!$H$2:$H$22</c:f>
              <c:numCache>
                <c:formatCode>General</c:formatCode>
                <c:ptCount val="21"/>
                <c:pt idx="0">
                  <c:v>26.42179999999999</c:v>
                </c:pt>
                <c:pt idx="1">
                  <c:v>7.3249999999999993</c:v>
                </c:pt>
                <c:pt idx="2">
                  <c:v>24.741099999999996</c:v>
                </c:pt>
                <c:pt idx="3">
                  <c:v>6.8364999999999938</c:v>
                </c:pt>
                <c:pt idx="4">
                  <c:v>22.323999999999998</c:v>
                </c:pt>
                <c:pt idx="5">
                  <c:v>27.187999999999988</c:v>
                </c:pt>
                <c:pt idx="6">
                  <c:v>20.662800000000004</c:v>
                </c:pt>
                <c:pt idx="7">
                  <c:v>1.0108999999999995</c:v>
                </c:pt>
                <c:pt idx="8">
                  <c:v>2.9939000000000036</c:v>
                </c:pt>
                <c:pt idx="9">
                  <c:v>4.1257999999999981</c:v>
                </c:pt>
                <c:pt idx="10">
                  <c:v>8.3811999999999998</c:v>
                </c:pt>
                <c:pt idx="11">
                  <c:v>-18.186700000000002</c:v>
                </c:pt>
                <c:pt idx="12">
                  <c:v>-8.1510000000000105</c:v>
                </c:pt>
                <c:pt idx="13">
                  <c:v>-4.0550000000000637</c:v>
                </c:pt>
                <c:pt idx="14">
                  <c:v>38.348699999999994</c:v>
                </c:pt>
                <c:pt idx="15">
                  <c:v>12.339500000000001</c:v>
                </c:pt>
                <c:pt idx="16">
                  <c:v>-7.6779999999999973</c:v>
                </c:pt>
                <c:pt idx="17">
                  <c:v>2.2229999999999848</c:v>
                </c:pt>
                <c:pt idx="18">
                  <c:v>8.228999999999985</c:v>
                </c:pt>
                <c:pt idx="19">
                  <c:v>21.992800000000003</c:v>
                </c:pt>
                <c:pt idx="20">
                  <c:v>44.769000000000005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42F-453F-BA7D-F7DB91F38C4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511979640"/>
        <c:axId val="511969800"/>
      </c:barChart>
      <c:catAx>
        <c:axId val="511979640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11969800"/>
        <c:crosses val="autoZero"/>
        <c:auto val="1"/>
        <c:lblAlgn val="ctr"/>
        <c:lblOffset val="100"/>
        <c:noMultiLvlLbl val="0"/>
      </c:catAx>
      <c:valAx>
        <c:axId val="51196980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1197964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altLang="zh-CN"/>
              <a:t>diff time (us)</a:t>
            </a:r>
            <a:endParaRPr lang="en-US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val>
            <c:numRef>
              <c:f>Vega64!$I$2:$I$30</c:f>
              <c:numCache>
                <c:formatCode>General</c:formatCode>
                <c:ptCount val="29"/>
                <c:pt idx="0">
                  <c:v>11.047000000000004</c:v>
                </c:pt>
                <c:pt idx="1">
                  <c:v>4.5250000000000057</c:v>
                </c:pt>
                <c:pt idx="2">
                  <c:v>77.593000000000018</c:v>
                </c:pt>
                <c:pt idx="3">
                  <c:v>11.483999999999998</c:v>
                </c:pt>
                <c:pt idx="4">
                  <c:v>5.0290000000000035</c:v>
                </c:pt>
                <c:pt idx="5">
                  <c:v>28.579999999999984</c:v>
                </c:pt>
                <c:pt idx="6">
                  <c:v>17.356000000000002</c:v>
                </c:pt>
                <c:pt idx="7">
                  <c:v>44.876000000000005</c:v>
                </c:pt>
                <c:pt idx="8">
                  <c:v>29.016999999999996</c:v>
                </c:pt>
                <c:pt idx="9">
                  <c:v>26.593000000000018</c:v>
                </c:pt>
                <c:pt idx="10">
                  <c:v>52.765999999999963</c:v>
                </c:pt>
                <c:pt idx="11">
                  <c:v>11.626000000000005</c:v>
                </c:pt>
                <c:pt idx="12">
                  <c:v>7.3249999999999886</c:v>
                </c:pt>
                <c:pt idx="13">
                  <c:v>11.027000000000005</c:v>
                </c:pt>
                <c:pt idx="14">
                  <c:v>11.780999999999992</c:v>
                </c:pt>
                <c:pt idx="15">
                  <c:v>-20.734000000000009</c:v>
                </c:pt>
                <c:pt idx="16">
                  <c:v>4.8039999999999985</c:v>
                </c:pt>
                <c:pt idx="17">
                  <c:v>18.436999999999991</c:v>
                </c:pt>
                <c:pt idx="18">
                  <c:v>17.373999999999995</c:v>
                </c:pt>
                <c:pt idx="19">
                  <c:v>8.1930000000000049</c:v>
                </c:pt>
                <c:pt idx="20">
                  <c:v>33.387</c:v>
                </c:pt>
                <c:pt idx="21">
                  <c:v>23.72999999999999</c:v>
                </c:pt>
                <c:pt idx="22">
                  <c:v>11.175000000000004</c:v>
                </c:pt>
                <c:pt idx="23">
                  <c:v>15.046999999999997</c:v>
                </c:pt>
                <c:pt idx="24">
                  <c:v>27.302000000000021</c:v>
                </c:pt>
                <c:pt idx="25">
                  <c:v>28.426999999999964</c:v>
                </c:pt>
                <c:pt idx="26">
                  <c:v>-40.307999999999993</c:v>
                </c:pt>
                <c:pt idx="27">
                  <c:v>19.74799999999999</c:v>
                </c:pt>
                <c:pt idx="28">
                  <c:v>16.362000000000023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7AF-4FBA-BE68-C3010F8BDAB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522010864"/>
        <c:axId val="522012504"/>
      </c:barChart>
      <c:catAx>
        <c:axId val="52201086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22012504"/>
        <c:crosses val="autoZero"/>
        <c:auto val="1"/>
        <c:lblAlgn val="ctr"/>
        <c:lblOffset val="100"/>
        <c:noMultiLvlLbl val="0"/>
      </c:catAx>
      <c:valAx>
        <c:axId val="52201250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2201086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Search Time (s)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Genetic!$C$1</c:f>
              <c:strCache>
                <c:ptCount val="1"/>
                <c:pt idx="0">
                  <c:v>brust search time(s)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val>
            <c:numRef>
              <c:f>Genetic!$C$2:$C$11</c:f>
              <c:numCache>
                <c:formatCode>General</c:formatCode>
                <c:ptCount val="10"/>
                <c:pt idx="0">
                  <c:v>146</c:v>
                </c:pt>
                <c:pt idx="1">
                  <c:v>119</c:v>
                </c:pt>
                <c:pt idx="2">
                  <c:v>118</c:v>
                </c:pt>
                <c:pt idx="3">
                  <c:v>124</c:v>
                </c:pt>
                <c:pt idx="4">
                  <c:v>123</c:v>
                </c:pt>
                <c:pt idx="5">
                  <c:v>107</c:v>
                </c:pt>
                <c:pt idx="6">
                  <c:v>133</c:v>
                </c:pt>
                <c:pt idx="7">
                  <c:v>126</c:v>
                </c:pt>
                <c:pt idx="8">
                  <c:v>195</c:v>
                </c:pt>
                <c:pt idx="9">
                  <c:v>144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F52-4991-87E6-F7B5873E08CA}"/>
            </c:ext>
          </c:extLst>
        </c:ser>
        <c:ser>
          <c:idx val="1"/>
          <c:order val="1"/>
          <c:tx>
            <c:strRef>
              <c:f>Genetic!$D$1</c:f>
              <c:strCache>
                <c:ptCount val="1"/>
                <c:pt idx="0">
                  <c:v>gene search time(s)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val>
            <c:numRef>
              <c:f>Genetic!$D$2:$D$11</c:f>
              <c:numCache>
                <c:formatCode>General</c:formatCode>
                <c:ptCount val="10"/>
                <c:pt idx="0">
                  <c:v>38</c:v>
                </c:pt>
                <c:pt idx="1">
                  <c:v>29</c:v>
                </c:pt>
                <c:pt idx="2">
                  <c:v>28</c:v>
                </c:pt>
                <c:pt idx="3">
                  <c:v>32</c:v>
                </c:pt>
                <c:pt idx="4">
                  <c:v>31</c:v>
                </c:pt>
                <c:pt idx="5">
                  <c:v>27</c:v>
                </c:pt>
                <c:pt idx="6">
                  <c:v>38</c:v>
                </c:pt>
                <c:pt idx="7">
                  <c:v>32</c:v>
                </c:pt>
                <c:pt idx="8">
                  <c:v>51</c:v>
                </c:pt>
                <c:pt idx="9">
                  <c:v>36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EF52-4991-87E6-F7B5873E08C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531442160"/>
        <c:axId val="531443472"/>
      </c:barChart>
      <c:catAx>
        <c:axId val="531442160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31443472"/>
        <c:crosses val="autoZero"/>
        <c:auto val="1"/>
        <c:lblAlgn val="ctr"/>
        <c:lblOffset val="100"/>
        <c:noMultiLvlLbl val="0"/>
      </c:catAx>
      <c:valAx>
        <c:axId val="53144347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3144216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Performence(%)</a:t>
            </a:r>
          </a:p>
        </c:rich>
      </c:tx>
      <c:layout>
        <c:manualLayout>
          <c:xMode val="edge"/>
          <c:yMode val="edge"/>
          <c:x val="0.38968744531933502"/>
          <c:y val="2.3148148148148147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Genetic!$E$1</c:f>
              <c:strCache>
                <c:ptCount val="1"/>
                <c:pt idx="0">
                  <c:v>brust perf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val>
            <c:numRef>
              <c:f>Genetic!$E$2:$E$11</c:f>
              <c:numCache>
                <c:formatCode>0.00%</c:formatCode>
                <c:ptCount val="10"/>
                <c:pt idx="0">
                  <c:v>0.53600000000000003</c:v>
                </c:pt>
                <c:pt idx="1">
                  <c:v>0.46700000000000003</c:v>
                </c:pt>
                <c:pt idx="2">
                  <c:v>0.45300000000000001</c:v>
                </c:pt>
                <c:pt idx="3">
                  <c:v>0.58199999999999996</c:v>
                </c:pt>
                <c:pt idx="4">
                  <c:v>0.49199999999999999</c:v>
                </c:pt>
                <c:pt idx="5">
                  <c:v>0.57999999999999996</c:v>
                </c:pt>
                <c:pt idx="6">
                  <c:v>0.60099999999999998</c:v>
                </c:pt>
                <c:pt idx="7">
                  <c:v>0.58199999999999996</c:v>
                </c:pt>
                <c:pt idx="8">
                  <c:v>0.54400000000000004</c:v>
                </c:pt>
                <c:pt idx="9">
                  <c:v>0.57799999999999996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145-41B0-A414-6AFF5AE56846}"/>
            </c:ext>
          </c:extLst>
        </c:ser>
        <c:ser>
          <c:idx val="1"/>
          <c:order val="1"/>
          <c:tx>
            <c:strRef>
              <c:f>Genetic!$F$1</c:f>
              <c:strCache>
                <c:ptCount val="1"/>
                <c:pt idx="0">
                  <c:v>gene perf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val>
            <c:numRef>
              <c:f>Genetic!$F$2:$F$11</c:f>
              <c:numCache>
                <c:formatCode>0.00%</c:formatCode>
                <c:ptCount val="10"/>
                <c:pt idx="0">
                  <c:v>0.48899999999999999</c:v>
                </c:pt>
                <c:pt idx="1">
                  <c:v>0.46800000000000003</c:v>
                </c:pt>
                <c:pt idx="2">
                  <c:v>0.45200000000000001</c:v>
                </c:pt>
                <c:pt idx="3">
                  <c:v>0.57899999999999996</c:v>
                </c:pt>
                <c:pt idx="4">
                  <c:v>0.496</c:v>
                </c:pt>
                <c:pt idx="5">
                  <c:v>0.57899999999999996</c:v>
                </c:pt>
                <c:pt idx="6">
                  <c:v>0.6</c:v>
                </c:pt>
                <c:pt idx="7">
                  <c:v>0.53100000000000003</c:v>
                </c:pt>
                <c:pt idx="8">
                  <c:v>0.54200000000000004</c:v>
                </c:pt>
                <c:pt idx="9">
                  <c:v>0.57899999999999996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145-41B0-A414-6AFF5AE5684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650900016"/>
        <c:axId val="650904280"/>
      </c:barChart>
      <c:catAx>
        <c:axId val="65090001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650904280"/>
        <c:crosses val="autoZero"/>
        <c:auto val="1"/>
        <c:lblAlgn val="ctr"/>
        <c:lblOffset val="100"/>
        <c:noMultiLvlLbl val="0"/>
      </c:catAx>
      <c:valAx>
        <c:axId val="65090428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.0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65090001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1">
  <a:schemeClr val="accent1"/>
  <a:schemeClr val="accent3"/>
  <a:schemeClr val="accent5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1">
  <a:schemeClr val="accent1"/>
  <a:schemeClr val="accent3"/>
  <a:schemeClr val="accent5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469900"/>
          </a:xfrm>
          <a:prstGeom prst="rect">
            <a:avLst/>
          </a:prstGeom>
        </p:spPr>
        <p:txBody>
          <a:bodyPr vert="horz" lIns="94229" tIns="47114" rIns="94229" bIns="47114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022725" y="0"/>
            <a:ext cx="3078163" cy="469900"/>
          </a:xfrm>
          <a:prstGeom prst="rect">
            <a:avLst/>
          </a:prstGeom>
        </p:spPr>
        <p:txBody>
          <a:bodyPr vert="horz" lIns="94229" tIns="47114" rIns="94229" bIns="47114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fld id="{AE7E7BDC-9D46-4501-9BD8-48ABBF76954C}" type="datetimeFigureOut">
              <a:rPr lang="en-US"/>
              <a:pPr>
                <a:defRPr/>
              </a:pPr>
              <a:t>2/26/2019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916988"/>
            <a:ext cx="3078163" cy="469900"/>
          </a:xfrm>
          <a:prstGeom prst="rect">
            <a:avLst/>
          </a:prstGeom>
        </p:spPr>
        <p:txBody>
          <a:bodyPr vert="horz" lIns="94229" tIns="47114" rIns="94229" bIns="47114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r>
              <a:rPr lang="en-US"/>
              <a:t>1111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022725" y="8916988"/>
            <a:ext cx="3078163" cy="469900"/>
          </a:xfrm>
          <a:prstGeom prst="rect">
            <a:avLst/>
          </a:prstGeom>
        </p:spPr>
        <p:txBody>
          <a:bodyPr vert="horz" wrap="square" lIns="94229" tIns="47114" rIns="94229" bIns="47114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pPr>
              <a:defRPr/>
            </a:pPr>
            <a:fld id="{FD2C974A-4F33-4C75-8C38-341A58B15195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276787252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469900"/>
          </a:xfrm>
          <a:prstGeom prst="rect">
            <a:avLst/>
          </a:prstGeom>
        </p:spPr>
        <p:txBody>
          <a:bodyPr vert="horz" lIns="94229" tIns="47114" rIns="94229" bIns="47114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9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2725" y="0"/>
            <a:ext cx="3078163" cy="469900"/>
          </a:xfrm>
          <a:prstGeom prst="rect">
            <a:avLst/>
          </a:prstGeom>
        </p:spPr>
        <p:txBody>
          <a:bodyPr vert="horz" lIns="94229" tIns="47114" rIns="94229" bIns="47114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900">
                <a:latin typeface="+mn-lt"/>
                <a:cs typeface="+mn-cs"/>
              </a:defRPr>
            </a:lvl1pPr>
          </a:lstStyle>
          <a:p>
            <a:pPr>
              <a:defRPr/>
            </a:pPr>
            <a:fld id="{F5C75CB6-FC3E-4E76-855D-3C51A5B278B8}" type="datetimeFigureOut">
              <a:rPr lang="en-US"/>
              <a:pPr>
                <a:defRPr/>
              </a:pPr>
              <a:t>2/26/2019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23863" y="704850"/>
            <a:ext cx="6254750" cy="35194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229" tIns="47114" rIns="94229" bIns="47114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377825" y="4483100"/>
            <a:ext cx="6346825" cy="4224338"/>
          </a:xfrm>
          <a:prstGeom prst="rect">
            <a:avLst/>
          </a:prstGeom>
        </p:spPr>
        <p:txBody>
          <a:bodyPr vert="horz" lIns="94229" tIns="47114" rIns="94229" bIns="47114" rtlCol="0"/>
          <a:lstStyle/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916988"/>
            <a:ext cx="3078163" cy="469900"/>
          </a:xfrm>
          <a:prstGeom prst="rect">
            <a:avLst/>
          </a:prstGeom>
        </p:spPr>
        <p:txBody>
          <a:bodyPr vert="horz" lIns="94229" tIns="47114" rIns="94229" bIns="47114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900">
                <a:latin typeface="+mn-lt"/>
                <a:cs typeface="+mn-cs"/>
              </a:defRPr>
            </a:lvl1pPr>
          </a:lstStyle>
          <a:p>
            <a:pPr>
              <a:defRPr/>
            </a:pPr>
            <a:r>
              <a:rPr lang="en-US"/>
              <a:t>1111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2725" y="8916988"/>
            <a:ext cx="3078163" cy="469900"/>
          </a:xfrm>
          <a:prstGeom prst="rect">
            <a:avLst/>
          </a:prstGeom>
        </p:spPr>
        <p:txBody>
          <a:bodyPr vert="horz" wrap="square" lIns="94229" tIns="47114" rIns="94229" bIns="47114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90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34CBEBED-4F4B-4D80-A512-40924A3BF14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288656244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115888" indent="-115888" algn="l" rtl="0" eaLnBrk="0" fontAlgn="base" hangingPunct="0">
      <a:spcBef>
        <a:spcPct val="30000"/>
      </a:spcBef>
      <a:spcAft>
        <a:spcPct val="0"/>
      </a:spcAft>
      <a:buFont typeface="Wingdings 3" panose="05040102010807070707" pitchFamily="18" charset="2"/>
      <a:buChar char="}"/>
      <a:defRPr sz="1000" kern="1200">
        <a:solidFill>
          <a:schemeClr val="tx1"/>
        </a:solidFill>
        <a:latin typeface="+mn-lt"/>
        <a:ea typeface="+mn-ea"/>
        <a:cs typeface="+mn-cs"/>
      </a:defRPr>
    </a:lvl1pPr>
    <a:lvl2pPr marL="406400" indent="-171450" algn="l" rtl="0" eaLnBrk="0" fontAlgn="base" hangingPunct="0">
      <a:spcBef>
        <a:spcPct val="30000"/>
      </a:spcBef>
      <a:spcAft>
        <a:spcPct val="0"/>
      </a:spcAft>
      <a:buFont typeface="Arial" panose="020B0604020202020204" pitchFamily="34" charset="0"/>
      <a:buChar char="–"/>
      <a:defRPr sz="1000" kern="1200">
        <a:solidFill>
          <a:schemeClr val="tx1"/>
        </a:solidFill>
        <a:latin typeface="+mn-lt"/>
        <a:ea typeface="+mn-ea"/>
        <a:cs typeface="+mn-cs"/>
      </a:defRPr>
    </a:lvl2pPr>
    <a:lvl3pPr marL="573088" indent="-115888" algn="l" rtl="0" eaLnBrk="0" fontAlgn="base" hangingPunct="0">
      <a:spcBef>
        <a:spcPct val="30000"/>
      </a:spcBef>
      <a:spcAft>
        <a:spcPct val="0"/>
      </a:spcAft>
      <a:buFont typeface="Arial" panose="020B0604020202020204" pitchFamily="34" charset="0"/>
      <a:buChar char="•"/>
      <a:defRPr sz="1000" kern="1200">
        <a:solidFill>
          <a:schemeClr val="tx1"/>
        </a:solidFill>
        <a:latin typeface="+mn-lt"/>
        <a:ea typeface="+mn-ea"/>
        <a:cs typeface="+mn-cs"/>
      </a:defRPr>
    </a:lvl3pPr>
    <a:lvl4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+mn-lt"/>
        <a:ea typeface="+mn-ea"/>
        <a:cs typeface="+mn-cs"/>
      </a:defRPr>
    </a:lvl4pPr>
    <a:lvl5pPr marL="114935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1267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969645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8131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marL="0" indent="0">
              <a:buFont typeface="Wingdings 3" panose="05040102010807070707" pitchFamily="18" charset="2"/>
              <a:buNone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19287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8131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marL="0" indent="0">
              <a:buFont typeface="Wingdings 3" panose="05040102010807070707" pitchFamily="18" charset="2"/>
              <a:buNone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165635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8131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marL="0" indent="0">
              <a:buFont typeface="Wingdings 3" panose="05040102010807070707" pitchFamily="18" charset="2"/>
              <a:buNone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32604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8131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marL="0" indent="0">
              <a:buFont typeface="Wingdings 3" panose="05040102010807070707" pitchFamily="18" charset="2"/>
              <a:buNone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176257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8131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marL="0" indent="0">
              <a:buFont typeface="Wingdings 3" panose="05040102010807070707" pitchFamily="18" charset="2"/>
              <a:buNone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642285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8131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marL="0" indent="0">
              <a:buFont typeface="Wingdings 3" panose="05040102010807070707" pitchFamily="18" charset="2"/>
              <a:buNone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611885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8131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marL="0" indent="0">
              <a:buFont typeface="Wingdings 3" panose="05040102010807070707" pitchFamily="18" charset="2"/>
              <a:buNone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14379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over 02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12"/>
          <p:cNvSpPr/>
          <p:nvPr userDrawn="1"/>
        </p:nvSpPr>
        <p:spPr>
          <a:xfrm>
            <a:off x="-15875" y="3327400"/>
            <a:ext cx="7550150" cy="3554413"/>
          </a:xfrm>
          <a:custGeom>
            <a:avLst/>
            <a:gdLst>
              <a:gd name="connsiteX0" fmla="*/ 0 w 11532358"/>
              <a:gd name="connsiteY0" fmla="*/ 4292220 h 4292220"/>
              <a:gd name="connsiteX1" fmla="*/ 4257281 w 11532358"/>
              <a:gd name="connsiteY1" fmla="*/ 0 h 4292220"/>
              <a:gd name="connsiteX2" fmla="*/ 11532358 w 11532358"/>
              <a:gd name="connsiteY2" fmla="*/ 0 h 4292220"/>
              <a:gd name="connsiteX3" fmla="*/ 7275077 w 11532358"/>
              <a:gd name="connsiteY3" fmla="*/ 4292220 h 4292220"/>
              <a:gd name="connsiteX4" fmla="*/ 0 w 11532358"/>
              <a:gd name="connsiteY4" fmla="*/ 4292220 h 4292220"/>
              <a:gd name="connsiteX0" fmla="*/ 0 w 11532358"/>
              <a:gd name="connsiteY0" fmla="*/ 4292220 h 4292220"/>
              <a:gd name="connsiteX1" fmla="*/ 3271464 w 11532358"/>
              <a:gd name="connsiteY1" fmla="*/ 994331 h 4292220"/>
              <a:gd name="connsiteX2" fmla="*/ 4257281 w 11532358"/>
              <a:gd name="connsiteY2" fmla="*/ 0 h 4292220"/>
              <a:gd name="connsiteX3" fmla="*/ 11532358 w 11532358"/>
              <a:gd name="connsiteY3" fmla="*/ 0 h 4292220"/>
              <a:gd name="connsiteX4" fmla="*/ 7275077 w 11532358"/>
              <a:gd name="connsiteY4" fmla="*/ 4292220 h 4292220"/>
              <a:gd name="connsiteX5" fmla="*/ 0 w 11532358"/>
              <a:gd name="connsiteY5" fmla="*/ 4292220 h 4292220"/>
              <a:gd name="connsiteX0" fmla="*/ 0 w 11532358"/>
              <a:gd name="connsiteY0" fmla="*/ 4292220 h 4292220"/>
              <a:gd name="connsiteX1" fmla="*/ 3271464 w 11532358"/>
              <a:gd name="connsiteY1" fmla="*/ 994331 h 4292220"/>
              <a:gd name="connsiteX2" fmla="*/ 4257281 w 11532358"/>
              <a:gd name="connsiteY2" fmla="*/ 0 h 4292220"/>
              <a:gd name="connsiteX3" fmla="*/ 11532358 w 11532358"/>
              <a:gd name="connsiteY3" fmla="*/ 0 h 4292220"/>
              <a:gd name="connsiteX4" fmla="*/ 7275077 w 11532358"/>
              <a:gd name="connsiteY4" fmla="*/ 4292220 h 4292220"/>
              <a:gd name="connsiteX5" fmla="*/ 3271426 w 11532358"/>
              <a:gd name="connsiteY5" fmla="*/ 4291864 h 4292220"/>
              <a:gd name="connsiteX6" fmla="*/ 0 w 11532358"/>
              <a:gd name="connsiteY6" fmla="*/ 4292220 h 4292220"/>
              <a:gd name="connsiteX0" fmla="*/ 0 w 8260932"/>
              <a:gd name="connsiteY0" fmla="*/ 4291864 h 4292220"/>
              <a:gd name="connsiteX1" fmla="*/ 38 w 8260932"/>
              <a:gd name="connsiteY1" fmla="*/ 994331 h 4292220"/>
              <a:gd name="connsiteX2" fmla="*/ 985855 w 8260932"/>
              <a:gd name="connsiteY2" fmla="*/ 0 h 4292220"/>
              <a:gd name="connsiteX3" fmla="*/ 8260932 w 8260932"/>
              <a:gd name="connsiteY3" fmla="*/ 0 h 4292220"/>
              <a:gd name="connsiteX4" fmla="*/ 4003651 w 8260932"/>
              <a:gd name="connsiteY4" fmla="*/ 4292220 h 4292220"/>
              <a:gd name="connsiteX5" fmla="*/ 0 w 8260932"/>
              <a:gd name="connsiteY5" fmla="*/ 4291864 h 4292220"/>
              <a:gd name="connsiteX0" fmla="*/ 0 w 8260932"/>
              <a:gd name="connsiteY0" fmla="*/ 4291864 h 4292220"/>
              <a:gd name="connsiteX1" fmla="*/ 682426 w 8260932"/>
              <a:gd name="connsiteY1" fmla="*/ 325590 h 4292220"/>
              <a:gd name="connsiteX2" fmla="*/ 985855 w 8260932"/>
              <a:gd name="connsiteY2" fmla="*/ 0 h 4292220"/>
              <a:gd name="connsiteX3" fmla="*/ 8260932 w 8260932"/>
              <a:gd name="connsiteY3" fmla="*/ 0 h 4292220"/>
              <a:gd name="connsiteX4" fmla="*/ 4003651 w 8260932"/>
              <a:gd name="connsiteY4" fmla="*/ 4292220 h 4292220"/>
              <a:gd name="connsiteX5" fmla="*/ 0 w 8260932"/>
              <a:gd name="connsiteY5" fmla="*/ 4291864 h 4292220"/>
              <a:gd name="connsiteX0" fmla="*/ 40907 w 7578507"/>
              <a:gd name="connsiteY0" fmla="*/ 3486646 h 4292220"/>
              <a:gd name="connsiteX1" fmla="*/ 1 w 7578507"/>
              <a:gd name="connsiteY1" fmla="*/ 325590 h 4292220"/>
              <a:gd name="connsiteX2" fmla="*/ 303430 w 7578507"/>
              <a:gd name="connsiteY2" fmla="*/ 0 h 4292220"/>
              <a:gd name="connsiteX3" fmla="*/ 7578507 w 7578507"/>
              <a:gd name="connsiteY3" fmla="*/ 0 h 4292220"/>
              <a:gd name="connsiteX4" fmla="*/ 3321226 w 7578507"/>
              <a:gd name="connsiteY4" fmla="*/ 4292220 h 4292220"/>
              <a:gd name="connsiteX5" fmla="*/ 40907 w 7578507"/>
              <a:gd name="connsiteY5" fmla="*/ 3486646 h 4292220"/>
              <a:gd name="connsiteX0" fmla="*/ 13612 w 7551212"/>
              <a:gd name="connsiteY0" fmla="*/ 3486646 h 4292220"/>
              <a:gd name="connsiteX1" fmla="*/ 1 w 7551212"/>
              <a:gd name="connsiteY1" fmla="*/ 352885 h 4292220"/>
              <a:gd name="connsiteX2" fmla="*/ 276135 w 7551212"/>
              <a:gd name="connsiteY2" fmla="*/ 0 h 4292220"/>
              <a:gd name="connsiteX3" fmla="*/ 7551212 w 7551212"/>
              <a:gd name="connsiteY3" fmla="*/ 0 h 4292220"/>
              <a:gd name="connsiteX4" fmla="*/ 3293931 w 7551212"/>
              <a:gd name="connsiteY4" fmla="*/ 4292220 h 4292220"/>
              <a:gd name="connsiteX5" fmla="*/ 13612 w 7551212"/>
              <a:gd name="connsiteY5" fmla="*/ 3486646 h 4292220"/>
              <a:gd name="connsiteX0" fmla="*/ 13612 w 7551212"/>
              <a:gd name="connsiteY0" fmla="*/ 3486646 h 3555241"/>
              <a:gd name="connsiteX1" fmla="*/ 1 w 7551212"/>
              <a:gd name="connsiteY1" fmla="*/ 352885 h 3555241"/>
              <a:gd name="connsiteX2" fmla="*/ 276135 w 7551212"/>
              <a:gd name="connsiteY2" fmla="*/ 0 h 3555241"/>
              <a:gd name="connsiteX3" fmla="*/ 7551212 w 7551212"/>
              <a:gd name="connsiteY3" fmla="*/ 0 h 3555241"/>
              <a:gd name="connsiteX4" fmla="*/ 3976320 w 7551212"/>
              <a:gd name="connsiteY4" fmla="*/ 3555241 h 3555241"/>
              <a:gd name="connsiteX5" fmla="*/ 13612 w 7551212"/>
              <a:gd name="connsiteY5" fmla="*/ 3486646 h 3555241"/>
              <a:gd name="connsiteX0" fmla="*/ 13612 w 7551212"/>
              <a:gd name="connsiteY0" fmla="*/ 3568532 h 3568532"/>
              <a:gd name="connsiteX1" fmla="*/ 1 w 7551212"/>
              <a:gd name="connsiteY1" fmla="*/ 352885 h 3568532"/>
              <a:gd name="connsiteX2" fmla="*/ 276135 w 7551212"/>
              <a:gd name="connsiteY2" fmla="*/ 0 h 3568532"/>
              <a:gd name="connsiteX3" fmla="*/ 7551212 w 7551212"/>
              <a:gd name="connsiteY3" fmla="*/ 0 h 3568532"/>
              <a:gd name="connsiteX4" fmla="*/ 3976320 w 7551212"/>
              <a:gd name="connsiteY4" fmla="*/ 3555241 h 3568532"/>
              <a:gd name="connsiteX5" fmla="*/ 13612 w 7551212"/>
              <a:gd name="connsiteY5" fmla="*/ 3568532 h 3568532"/>
              <a:gd name="connsiteX0" fmla="*/ 0 w 7619487"/>
              <a:gd name="connsiteY0" fmla="*/ 3759601 h 3759601"/>
              <a:gd name="connsiteX1" fmla="*/ 68276 w 7619487"/>
              <a:gd name="connsiteY1" fmla="*/ 352885 h 3759601"/>
              <a:gd name="connsiteX2" fmla="*/ 344410 w 7619487"/>
              <a:gd name="connsiteY2" fmla="*/ 0 h 3759601"/>
              <a:gd name="connsiteX3" fmla="*/ 7619487 w 7619487"/>
              <a:gd name="connsiteY3" fmla="*/ 0 h 3759601"/>
              <a:gd name="connsiteX4" fmla="*/ 4044595 w 7619487"/>
              <a:gd name="connsiteY4" fmla="*/ 3555241 h 3759601"/>
              <a:gd name="connsiteX5" fmla="*/ 0 w 7619487"/>
              <a:gd name="connsiteY5" fmla="*/ 3759601 h 3759601"/>
              <a:gd name="connsiteX0" fmla="*/ 0 w 7947034"/>
              <a:gd name="connsiteY0" fmla="*/ 3991612 h 3991612"/>
              <a:gd name="connsiteX1" fmla="*/ 395823 w 7947034"/>
              <a:gd name="connsiteY1" fmla="*/ 352885 h 3991612"/>
              <a:gd name="connsiteX2" fmla="*/ 671957 w 7947034"/>
              <a:gd name="connsiteY2" fmla="*/ 0 h 3991612"/>
              <a:gd name="connsiteX3" fmla="*/ 7947034 w 7947034"/>
              <a:gd name="connsiteY3" fmla="*/ 0 h 3991612"/>
              <a:gd name="connsiteX4" fmla="*/ 4372142 w 7947034"/>
              <a:gd name="connsiteY4" fmla="*/ 3555241 h 3991612"/>
              <a:gd name="connsiteX5" fmla="*/ 0 w 7947034"/>
              <a:gd name="connsiteY5" fmla="*/ 3991612 h 3991612"/>
              <a:gd name="connsiteX0" fmla="*/ 0 w 7551249"/>
              <a:gd name="connsiteY0" fmla="*/ 3554884 h 3555241"/>
              <a:gd name="connsiteX1" fmla="*/ 38 w 7551249"/>
              <a:gd name="connsiteY1" fmla="*/ 352885 h 3555241"/>
              <a:gd name="connsiteX2" fmla="*/ 276172 w 7551249"/>
              <a:gd name="connsiteY2" fmla="*/ 0 h 3555241"/>
              <a:gd name="connsiteX3" fmla="*/ 7551249 w 7551249"/>
              <a:gd name="connsiteY3" fmla="*/ 0 h 3555241"/>
              <a:gd name="connsiteX4" fmla="*/ 3976357 w 7551249"/>
              <a:gd name="connsiteY4" fmla="*/ 3555241 h 3555241"/>
              <a:gd name="connsiteX5" fmla="*/ 0 w 7551249"/>
              <a:gd name="connsiteY5" fmla="*/ 3554884 h 3555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551249" h="3555241">
                <a:moveTo>
                  <a:pt x="0" y="3554884"/>
                </a:moveTo>
                <a:cubicBezTo>
                  <a:pt x="13" y="2455706"/>
                  <a:pt x="25" y="1452063"/>
                  <a:pt x="38" y="352885"/>
                </a:cubicBezTo>
                <a:lnTo>
                  <a:pt x="276172" y="0"/>
                </a:lnTo>
                <a:lnTo>
                  <a:pt x="7551249" y="0"/>
                </a:lnTo>
                <a:lnTo>
                  <a:pt x="3976357" y="3555241"/>
                </a:lnTo>
                <a:lnTo>
                  <a:pt x="0" y="3554884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5" name="Picture 1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5463" y="341313"/>
            <a:ext cx="2270125" cy="887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13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5038" y="0"/>
            <a:ext cx="11252200" cy="4508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Right Triangle 6"/>
          <p:cNvSpPr/>
          <p:nvPr userDrawn="1"/>
        </p:nvSpPr>
        <p:spPr>
          <a:xfrm flipH="1">
            <a:off x="11488738" y="5392738"/>
            <a:ext cx="204787" cy="204787"/>
          </a:xfrm>
          <a:prstGeom prst="rtTriangle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8" name="Parallelogram 7"/>
          <p:cNvSpPr/>
          <p:nvPr userDrawn="1"/>
        </p:nvSpPr>
        <p:spPr>
          <a:xfrm flipH="1">
            <a:off x="1468438" y="1958975"/>
            <a:ext cx="2193925" cy="1096963"/>
          </a:xfrm>
          <a:prstGeom prst="parallelogram">
            <a:avLst>
              <a:gd name="adj" fmla="val 99186"/>
            </a:avLst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28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9" name="Parallelogram 12"/>
          <p:cNvSpPr/>
          <p:nvPr userDrawn="1"/>
        </p:nvSpPr>
        <p:spPr>
          <a:xfrm>
            <a:off x="-15875" y="3327400"/>
            <a:ext cx="7550150" cy="3554413"/>
          </a:xfrm>
          <a:custGeom>
            <a:avLst/>
            <a:gdLst>
              <a:gd name="connsiteX0" fmla="*/ 0 w 11532358"/>
              <a:gd name="connsiteY0" fmla="*/ 4292220 h 4292220"/>
              <a:gd name="connsiteX1" fmla="*/ 4257281 w 11532358"/>
              <a:gd name="connsiteY1" fmla="*/ 0 h 4292220"/>
              <a:gd name="connsiteX2" fmla="*/ 11532358 w 11532358"/>
              <a:gd name="connsiteY2" fmla="*/ 0 h 4292220"/>
              <a:gd name="connsiteX3" fmla="*/ 7275077 w 11532358"/>
              <a:gd name="connsiteY3" fmla="*/ 4292220 h 4292220"/>
              <a:gd name="connsiteX4" fmla="*/ 0 w 11532358"/>
              <a:gd name="connsiteY4" fmla="*/ 4292220 h 4292220"/>
              <a:gd name="connsiteX0" fmla="*/ 0 w 11532358"/>
              <a:gd name="connsiteY0" fmla="*/ 4292220 h 4292220"/>
              <a:gd name="connsiteX1" fmla="*/ 3271464 w 11532358"/>
              <a:gd name="connsiteY1" fmla="*/ 994331 h 4292220"/>
              <a:gd name="connsiteX2" fmla="*/ 4257281 w 11532358"/>
              <a:gd name="connsiteY2" fmla="*/ 0 h 4292220"/>
              <a:gd name="connsiteX3" fmla="*/ 11532358 w 11532358"/>
              <a:gd name="connsiteY3" fmla="*/ 0 h 4292220"/>
              <a:gd name="connsiteX4" fmla="*/ 7275077 w 11532358"/>
              <a:gd name="connsiteY4" fmla="*/ 4292220 h 4292220"/>
              <a:gd name="connsiteX5" fmla="*/ 0 w 11532358"/>
              <a:gd name="connsiteY5" fmla="*/ 4292220 h 4292220"/>
              <a:gd name="connsiteX0" fmla="*/ 0 w 11532358"/>
              <a:gd name="connsiteY0" fmla="*/ 4292220 h 4292220"/>
              <a:gd name="connsiteX1" fmla="*/ 3271464 w 11532358"/>
              <a:gd name="connsiteY1" fmla="*/ 994331 h 4292220"/>
              <a:gd name="connsiteX2" fmla="*/ 4257281 w 11532358"/>
              <a:gd name="connsiteY2" fmla="*/ 0 h 4292220"/>
              <a:gd name="connsiteX3" fmla="*/ 11532358 w 11532358"/>
              <a:gd name="connsiteY3" fmla="*/ 0 h 4292220"/>
              <a:gd name="connsiteX4" fmla="*/ 7275077 w 11532358"/>
              <a:gd name="connsiteY4" fmla="*/ 4292220 h 4292220"/>
              <a:gd name="connsiteX5" fmla="*/ 3271426 w 11532358"/>
              <a:gd name="connsiteY5" fmla="*/ 4291864 h 4292220"/>
              <a:gd name="connsiteX6" fmla="*/ 0 w 11532358"/>
              <a:gd name="connsiteY6" fmla="*/ 4292220 h 4292220"/>
              <a:gd name="connsiteX0" fmla="*/ 0 w 8260932"/>
              <a:gd name="connsiteY0" fmla="*/ 4291864 h 4292220"/>
              <a:gd name="connsiteX1" fmla="*/ 38 w 8260932"/>
              <a:gd name="connsiteY1" fmla="*/ 994331 h 4292220"/>
              <a:gd name="connsiteX2" fmla="*/ 985855 w 8260932"/>
              <a:gd name="connsiteY2" fmla="*/ 0 h 4292220"/>
              <a:gd name="connsiteX3" fmla="*/ 8260932 w 8260932"/>
              <a:gd name="connsiteY3" fmla="*/ 0 h 4292220"/>
              <a:gd name="connsiteX4" fmla="*/ 4003651 w 8260932"/>
              <a:gd name="connsiteY4" fmla="*/ 4292220 h 4292220"/>
              <a:gd name="connsiteX5" fmla="*/ 0 w 8260932"/>
              <a:gd name="connsiteY5" fmla="*/ 4291864 h 4292220"/>
              <a:gd name="connsiteX0" fmla="*/ 0 w 8260932"/>
              <a:gd name="connsiteY0" fmla="*/ 4291864 h 4292220"/>
              <a:gd name="connsiteX1" fmla="*/ 682426 w 8260932"/>
              <a:gd name="connsiteY1" fmla="*/ 325590 h 4292220"/>
              <a:gd name="connsiteX2" fmla="*/ 985855 w 8260932"/>
              <a:gd name="connsiteY2" fmla="*/ 0 h 4292220"/>
              <a:gd name="connsiteX3" fmla="*/ 8260932 w 8260932"/>
              <a:gd name="connsiteY3" fmla="*/ 0 h 4292220"/>
              <a:gd name="connsiteX4" fmla="*/ 4003651 w 8260932"/>
              <a:gd name="connsiteY4" fmla="*/ 4292220 h 4292220"/>
              <a:gd name="connsiteX5" fmla="*/ 0 w 8260932"/>
              <a:gd name="connsiteY5" fmla="*/ 4291864 h 4292220"/>
              <a:gd name="connsiteX0" fmla="*/ 40907 w 7578507"/>
              <a:gd name="connsiteY0" fmla="*/ 3486646 h 4292220"/>
              <a:gd name="connsiteX1" fmla="*/ 1 w 7578507"/>
              <a:gd name="connsiteY1" fmla="*/ 325590 h 4292220"/>
              <a:gd name="connsiteX2" fmla="*/ 303430 w 7578507"/>
              <a:gd name="connsiteY2" fmla="*/ 0 h 4292220"/>
              <a:gd name="connsiteX3" fmla="*/ 7578507 w 7578507"/>
              <a:gd name="connsiteY3" fmla="*/ 0 h 4292220"/>
              <a:gd name="connsiteX4" fmla="*/ 3321226 w 7578507"/>
              <a:gd name="connsiteY4" fmla="*/ 4292220 h 4292220"/>
              <a:gd name="connsiteX5" fmla="*/ 40907 w 7578507"/>
              <a:gd name="connsiteY5" fmla="*/ 3486646 h 4292220"/>
              <a:gd name="connsiteX0" fmla="*/ 13612 w 7551212"/>
              <a:gd name="connsiteY0" fmla="*/ 3486646 h 4292220"/>
              <a:gd name="connsiteX1" fmla="*/ 1 w 7551212"/>
              <a:gd name="connsiteY1" fmla="*/ 352885 h 4292220"/>
              <a:gd name="connsiteX2" fmla="*/ 276135 w 7551212"/>
              <a:gd name="connsiteY2" fmla="*/ 0 h 4292220"/>
              <a:gd name="connsiteX3" fmla="*/ 7551212 w 7551212"/>
              <a:gd name="connsiteY3" fmla="*/ 0 h 4292220"/>
              <a:gd name="connsiteX4" fmla="*/ 3293931 w 7551212"/>
              <a:gd name="connsiteY4" fmla="*/ 4292220 h 4292220"/>
              <a:gd name="connsiteX5" fmla="*/ 13612 w 7551212"/>
              <a:gd name="connsiteY5" fmla="*/ 3486646 h 4292220"/>
              <a:gd name="connsiteX0" fmla="*/ 13612 w 7551212"/>
              <a:gd name="connsiteY0" fmla="*/ 3486646 h 3555241"/>
              <a:gd name="connsiteX1" fmla="*/ 1 w 7551212"/>
              <a:gd name="connsiteY1" fmla="*/ 352885 h 3555241"/>
              <a:gd name="connsiteX2" fmla="*/ 276135 w 7551212"/>
              <a:gd name="connsiteY2" fmla="*/ 0 h 3555241"/>
              <a:gd name="connsiteX3" fmla="*/ 7551212 w 7551212"/>
              <a:gd name="connsiteY3" fmla="*/ 0 h 3555241"/>
              <a:gd name="connsiteX4" fmla="*/ 3976320 w 7551212"/>
              <a:gd name="connsiteY4" fmla="*/ 3555241 h 3555241"/>
              <a:gd name="connsiteX5" fmla="*/ 13612 w 7551212"/>
              <a:gd name="connsiteY5" fmla="*/ 3486646 h 3555241"/>
              <a:gd name="connsiteX0" fmla="*/ 13612 w 7551212"/>
              <a:gd name="connsiteY0" fmla="*/ 3568532 h 3568532"/>
              <a:gd name="connsiteX1" fmla="*/ 1 w 7551212"/>
              <a:gd name="connsiteY1" fmla="*/ 352885 h 3568532"/>
              <a:gd name="connsiteX2" fmla="*/ 276135 w 7551212"/>
              <a:gd name="connsiteY2" fmla="*/ 0 h 3568532"/>
              <a:gd name="connsiteX3" fmla="*/ 7551212 w 7551212"/>
              <a:gd name="connsiteY3" fmla="*/ 0 h 3568532"/>
              <a:gd name="connsiteX4" fmla="*/ 3976320 w 7551212"/>
              <a:gd name="connsiteY4" fmla="*/ 3555241 h 3568532"/>
              <a:gd name="connsiteX5" fmla="*/ 13612 w 7551212"/>
              <a:gd name="connsiteY5" fmla="*/ 3568532 h 3568532"/>
              <a:gd name="connsiteX0" fmla="*/ 0 w 7619487"/>
              <a:gd name="connsiteY0" fmla="*/ 3759601 h 3759601"/>
              <a:gd name="connsiteX1" fmla="*/ 68276 w 7619487"/>
              <a:gd name="connsiteY1" fmla="*/ 352885 h 3759601"/>
              <a:gd name="connsiteX2" fmla="*/ 344410 w 7619487"/>
              <a:gd name="connsiteY2" fmla="*/ 0 h 3759601"/>
              <a:gd name="connsiteX3" fmla="*/ 7619487 w 7619487"/>
              <a:gd name="connsiteY3" fmla="*/ 0 h 3759601"/>
              <a:gd name="connsiteX4" fmla="*/ 4044595 w 7619487"/>
              <a:gd name="connsiteY4" fmla="*/ 3555241 h 3759601"/>
              <a:gd name="connsiteX5" fmla="*/ 0 w 7619487"/>
              <a:gd name="connsiteY5" fmla="*/ 3759601 h 3759601"/>
              <a:gd name="connsiteX0" fmla="*/ 0 w 7947034"/>
              <a:gd name="connsiteY0" fmla="*/ 3991612 h 3991612"/>
              <a:gd name="connsiteX1" fmla="*/ 395823 w 7947034"/>
              <a:gd name="connsiteY1" fmla="*/ 352885 h 3991612"/>
              <a:gd name="connsiteX2" fmla="*/ 671957 w 7947034"/>
              <a:gd name="connsiteY2" fmla="*/ 0 h 3991612"/>
              <a:gd name="connsiteX3" fmla="*/ 7947034 w 7947034"/>
              <a:gd name="connsiteY3" fmla="*/ 0 h 3991612"/>
              <a:gd name="connsiteX4" fmla="*/ 4372142 w 7947034"/>
              <a:gd name="connsiteY4" fmla="*/ 3555241 h 3991612"/>
              <a:gd name="connsiteX5" fmla="*/ 0 w 7947034"/>
              <a:gd name="connsiteY5" fmla="*/ 3991612 h 3991612"/>
              <a:gd name="connsiteX0" fmla="*/ 0 w 7551249"/>
              <a:gd name="connsiteY0" fmla="*/ 3554884 h 3555241"/>
              <a:gd name="connsiteX1" fmla="*/ 38 w 7551249"/>
              <a:gd name="connsiteY1" fmla="*/ 352885 h 3555241"/>
              <a:gd name="connsiteX2" fmla="*/ 276172 w 7551249"/>
              <a:gd name="connsiteY2" fmla="*/ 0 h 3555241"/>
              <a:gd name="connsiteX3" fmla="*/ 7551249 w 7551249"/>
              <a:gd name="connsiteY3" fmla="*/ 0 h 3555241"/>
              <a:gd name="connsiteX4" fmla="*/ 3976357 w 7551249"/>
              <a:gd name="connsiteY4" fmla="*/ 3555241 h 3555241"/>
              <a:gd name="connsiteX5" fmla="*/ 0 w 7551249"/>
              <a:gd name="connsiteY5" fmla="*/ 3554884 h 3555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551249" h="3555241">
                <a:moveTo>
                  <a:pt x="0" y="3554884"/>
                </a:moveTo>
                <a:cubicBezTo>
                  <a:pt x="13" y="2455706"/>
                  <a:pt x="25" y="1452063"/>
                  <a:pt x="38" y="352885"/>
                </a:cubicBezTo>
                <a:lnTo>
                  <a:pt x="276172" y="0"/>
                </a:lnTo>
                <a:lnTo>
                  <a:pt x="7551249" y="0"/>
                </a:lnTo>
                <a:lnTo>
                  <a:pt x="3976357" y="3555241"/>
                </a:lnTo>
                <a:lnTo>
                  <a:pt x="0" y="3554884"/>
                </a:lnTo>
                <a:close/>
              </a:path>
            </a:pathLst>
          </a:custGeom>
          <a:solidFill>
            <a:schemeClr val="accent5">
              <a:alpha val="50196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953833" y="4870941"/>
            <a:ext cx="5486400" cy="822960"/>
          </a:xfrm>
        </p:spPr>
        <p:txBody>
          <a:bodyPr tIns="0"/>
          <a:lstStyle>
            <a:lvl1pPr algn="r">
              <a:defRPr b="1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68233" y="5762394"/>
            <a:ext cx="4572000" cy="640080"/>
          </a:xfrm>
        </p:spPr>
        <p:txBody>
          <a:bodyPr tIns="0" bIns="0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180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4512517"/>
      </p:ext>
    </p:extLst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5625" y="278130"/>
            <a:ext cx="10424160" cy="474345"/>
          </a:xfrm>
        </p:spPr>
        <p:txBody>
          <a:bodyPr/>
          <a:lstStyle>
            <a:lvl1pPr>
              <a:defRPr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13245" y="1381124"/>
            <a:ext cx="11338560" cy="4663440"/>
          </a:xfrm>
        </p:spPr>
        <p:txBody>
          <a:bodyPr/>
          <a:lstStyle>
            <a:lvl1pPr>
              <a:buClr>
                <a:schemeClr val="tx1"/>
              </a:buClr>
              <a:defRPr>
                <a:solidFill>
                  <a:schemeClr val="tx1"/>
                </a:solidFill>
              </a:defRPr>
            </a:lvl1pPr>
            <a:lvl2pPr>
              <a:buClr>
                <a:schemeClr val="tx1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tx1"/>
              </a:buClr>
              <a:defRPr>
                <a:solidFill>
                  <a:srgbClr val="000000"/>
                </a:solidFill>
              </a:defRPr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Text Placeholder 8"/>
          <p:cNvSpPr>
            <a:spLocks noGrp="1"/>
          </p:cNvSpPr>
          <p:nvPr>
            <p:ph type="body" sz="quarter" idx="10"/>
          </p:nvPr>
        </p:nvSpPr>
        <p:spPr>
          <a:xfrm>
            <a:off x="313245" y="752574"/>
            <a:ext cx="10424160" cy="285750"/>
          </a:xfrm>
        </p:spPr>
        <p:txBody>
          <a:bodyPr tIns="0" bIns="0">
            <a:noAutofit/>
          </a:bodyPr>
          <a:lstStyle>
            <a:lvl1pPr marL="0" indent="0" algn="l" defTabSz="914400" rtl="0" eaLnBrk="1" latinLnBrk="0" hangingPunct="1">
              <a:spcBef>
                <a:spcPct val="0"/>
              </a:spcBef>
              <a:buNone/>
              <a:defRPr lang="en-US" sz="1800" strike="noStrike" kern="1200" cap="all" baseline="0" dirty="0" smtClean="0">
                <a:solidFill>
                  <a:schemeClr val="tx1"/>
                </a:solidFill>
                <a:latin typeface="Calibri" pitchFamily="34" charset="0"/>
                <a:ea typeface="+mj-ea"/>
                <a:cs typeface="+mj-cs"/>
              </a:defRPr>
            </a:lvl1pPr>
            <a:lvl2pPr marL="367665" indent="0" algn="l" defTabSz="914400" rtl="0" eaLnBrk="1" latinLnBrk="0" hangingPunct="1">
              <a:spcBef>
                <a:spcPct val="0"/>
              </a:spcBef>
              <a:buNone/>
              <a:defRPr lang="en-US" sz="2400" strike="noStrike" kern="1200" cap="all" baseline="0" dirty="0" smtClean="0">
                <a:solidFill>
                  <a:schemeClr val="tx1"/>
                </a:solidFill>
                <a:latin typeface="Calibri" pitchFamily="34" charset="0"/>
                <a:ea typeface="+mj-ea"/>
                <a:cs typeface="+mj-cs"/>
              </a:defRPr>
            </a:lvl2pPr>
            <a:lvl3pPr marL="746125" indent="0" algn="l" defTabSz="914400" rtl="0" eaLnBrk="1" latinLnBrk="0" hangingPunct="1">
              <a:spcBef>
                <a:spcPct val="0"/>
              </a:spcBef>
              <a:buNone/>
              <a:defRPr lang="en-US" sz="2400" strike="noStrike" kern="1200" cap="all" baseline="0" dirty="0" smtClean="0">
                <a:solidFill>
                  <a:schemeClr val="tx1"/>
                </a:solidFill>
                <a:latin typeface="Calibri" pitchFamily="34" charset="0"/>
                <a:ea typeface="+mj-ea"/>
                <a:cs typeface="+mj-cs"/>
              </a:defRPr>
            </a:lvl3pPr>
            <a:lvl4pPr marL="1188720" indent="0" algn="l" defTabSz="914400" rtl="0" eaLnBrk="1" latinLnBrk="0" hangingPunct="1">
              <a:spcBef>
                <a:spcPct val="0"/>
              </a:spcBef>
              <a:buNone/>
              <a:defRPr lang="en-US" sz="2400" strike="noStrike" kern="1200" cap="all" baseline="0" dirty="0" smtClean="0">
                <a:solidFill>
                  <a:schemeClr val="tx1"/>
                </a:solidFill>
                <a:latin typeface="Calibri" pitchFamily="34" charset="0"/>
                <a:ea typeface="+mj-ea"/>
                <a:cs typeface="+mj-cs"/>
              </a:defRPr>
            </a:lvl4pPr>
            <a:lvl5pPr marL="1481328" indent="0" algn="l" defTabSz="914400" rtl="0" eaLnBrk="1" latinLnBrk="0" hangingPunct="1">
              <a:spcBef>
                <a:spcPct val="0"/>
              </a:spcBef>
              <a:buNone/>
              <a:defRPr lang="en-US" sz="2400" strike="noStrike" kern="1200" cap="all" baseline="0" dirty="0">
                <a:solidFill>
                  <a:schemeClr val="tx1"/>
                </a:solidFill>
                <a:latin typeface="Calibri" pitchFamily="34" charset="0"/>
                <a:ea typeface="+mj-ea"/>
                <a:cs typeface="+mj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715614345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5625" y="278130"/>
            <a:ext cx="10424160" cy="474345"/>
          </a:xfrm>
        </p:spPr>
        <p:txBody>
          <a:bodyPr/>
          <a:lstStyle>
            <a:lvl1pPr>
              <a:defRPr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8"/>
          <p:cNvSpPr>
            <a:spLocks noGrp="1"/>
          </p:cNvSpPr>
          <p:nvPr>
            <p:ph type="body" sz="quarter" idx="10"/>
          </p:nvPr>
        </p:nvSpPr>
        <p:spPr>
          <a:xfrm>
            <a:off x="313245" y="752574"/>
            <a:ext cx="10424160" cy="285750"/>
          </a:xfrm>
        </p:spPr>
        <p:txBody>
          <a:bodyPr tIns="0" bIns="0">
            <a:noAutofit/>
          </a:bodyPr>
          <a:lstStyle>
            <a:lvl1pPr marL="0" indent="0" algn="l" defTabSz="914400" rtl="0" eaLnBrk="1" latinLnBrk="0" hangingPunct="1">
              <a:spcBef>
                <a:spcPct val="0"/>
              </a:spcBef>
              <a:buNone/>
              <a:defRPr lang="en-US" sz="1800" strike="noStrike" kern="1200" cap="all" baseline="0" dirty="0" smtClean="0">
                <a:solidFill>
                  <a:schemeClr val="tx1"/>
                </a:solidFill>
                <a:latin typeface="Calibri" pitchFamily="34" charset="0"/>
                <a:ea typeface="+mj-ea"/>
                <a:cs typeface="+mj-cs"/>
              </a:defRPr>
            </a:lvl1pPr>
            <a:lvl2pPr marL="367665" indent="0" algn="l" defTabSz="914400" rtl="0" eaLnBrk="1" latinLnBrk="0" hangingPunct="1">
              <a:spcBef>
                <a:spcPct val="0"/>
              </a:spcBef>
              <a:buNone/>
              <a:defRPr lang="en-US" sz="2400" strike="noStrike" kern="1200" cap="all" baseline="0" dirty="0" smtClean="0">
                <a:solidFill>
                  <a:schemeClr val="tx1"/>
                </a:solidFill>
                <a:latin typeface="Calibri" pitchFamily="34" charset="0"/>
                <a:ea typeface="+mj-ea"/>
                <a:cs typeface="+mj-cs"/>
              </a:defRPr>
            </a:lvl2pPr>
            <a:lvl3pPr marL="746125" indent="0" algn="l" defTabSz="914400" rtl="0" eaLnBrk="1" latinLnBrk="0" hangingPunct="1">
              <a:spcBef>
                <a:spcPct val="0"/>
              </a:spcBef>
              <a:buNone/>
              <a:defRPr lang="en-US" sz="2400" strike="noStrike" kern="1200" cap="all" baseline="0" dirty="0" smtClean="0">
                <a:solidFill>
                  <a:schemeClr val="tx1"/>
                </a:solidFill>
                <a:latin typeface="Calibri" pitchFamily="34" charset="0"/>
                <a:ea typeface="+mj-ea"/>
                <a:cs typeface="+mj-cs"/>
              </a:defRPr>
            </a:lvl3pPr>
            <a:lvl4pPr marL="1188720" indent="0" algn="l" defTabSz="914400" rtl="0" eaLnBrk="1" latinLnBrk="0" hangingPunct="1">
              <a:spcBef>
                <a:spcPct val="0"/>
              </a:spcBef>
              <a:buNone/>
              <a:defRPr lang="en-US" sz="2400" strike="noStrike" kern="1200" cap="all" baseline="0" dirty="0" smtClean="0">
                <a:solidFill>
                  <a:schemeClr val="tx1"/>
                </a:solidFill>
                <a:latin typeface="Calibri" pitchFamily="34" charset="0"/>
                <a:ea typeface="+mj-ea"/>
                <a:cs typeface="+mj-cs"/>
              </a:defRPr>
            </a:lvl4pPr>
            <a:lvl5pPr marL="1481328" indent="0" algn="l" defTabSz="914400" rtl="0" eaLnBrk="1" latinLnBrk="0" hangingPunct="1">
              <a:spcBef>
                <a:spcPct val="0"/>
              </a:spcBef>
              <a:buNone/>
              <a:defRPr lang="en-US" sz="2400" strike="noStrike" kern="1200" cap="all" baseline="0" dirty="0">
                <a:solidFill>
                  <a:schemeClr val="tx1"/>
                </a:solidFill>
                <a:latin typeface="Calibri" pitchFamily="34" charset="0"/>
                <a:ea typeface="+mj-ea"/>
                <a:cs typeface="+mj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122170370"/>
      </p:ext>
    </p:extLst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mparison W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6609" y="391310"/>
            <a:ext cx="5385514" cy="548640"/>
          </a:xfrm>
        </p:spPr>
        <p:txBody>
          <a:bodyPr anchor="b">
            <a:noAutofit/>
          </a:bodyPr>
          <a:lstStyle>
            <a:lvl1pPr marL="0" indent="0">
              <a:buNone/>
              <a:defRPr sz="1999" b="1"/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26609" y="1031074"/>
            <a:ext cx="5385514" cy="1839699"/>
          </a:xfrm>
        </p:spPr>
        <p:txBody>
          <a:bodyPr/>
          <a:lstStyle>
            <a:lvl1pPr>
              <a:defRPr sz="1999"/>
            </a:lvl1pPr>
            <a:lvl2pPr>
              <a:defRPr sz="1999"/>
            </a:lvl2pPr>
            <a:lvl3pPr>
              <a:defRPr sz="1799"/>
            </a:lvl3pPr>
            <a:lvl4pPr>
              <a:defRPr sz="16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74589" y="391310"/>
            <a:ext cx="5387630" cy="548640"/>
          </a:xfrm>
        </p:spPr>
        <p:txBody>
          <a:bodyPr anchor="b">
            <a:noAutofit/>
          </a:bodyPr>
          <a:lstStyle>
            <a:lvl1pPr marL="0" indent="0">
              <a:buNone/>
              <a:defRPr sz="1999" b="1"/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74589" y="1031072"/>
            <a:ext cx="5387630" cy="1850332"/>
          </a:xfrm>
        </p:spPr>
        <p:txBody>
          <a:bodyPr/>
          <a:lstStyle>
            <a:lvl1pPr>
              <a:defRPr sz="1999"/>
            </a:lvl1pPr>
            <a:lvl2pPr>
              <a:defRPr sz="1999"/>
            </a:lvl2pPr>
            <a:lvl3pPr>
              <a:defRPr sz="1799"/>
            </a:lvl3pPr>
            <a:lvl4pPr>
              <a:defRPr sz="16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0"/>
          </p:nvPr>
        </p:nvSpPr>
        <p:spPr>
          <a:xfrm>
            <a:off x="445500" y="3223226"/>
            <a:ext cx="5385514" cy="548640"/>
          </a:xfrm>
        </p:spPr>
        <p:txBody>
          <a:bodyPr anchor="b">
            <a:noAutofit/>
          </a:bodyPr>
          <a:lstStyle>
            <a:lvl1pPr marL="0" indent="0">
              <a:buNone/>
              <a:defRPr sz="1999" b="1"/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half" idx="11"/>
          </p:nvPr>
        </p:nvSpPr>
        <p:spPr>
          <a:xfrm>
            <a:off x="445500" y="3862995"/>
            <a:ext cx="5385514" cy="1839699"/>
          </a:xfrm>
        </p:spPr>
        <p:txBody>
          <a:bodyPr/>
          <a:lstStyle>
            <a:lvl1pPr>
              <a:defRPr sz="1999"/>
            </a:lvl1pPr>
            <a:lvl2pPr>
              <a:defRPr sz="1999"/>
            </a:lvl2pPr>
            <a:lvl3pPr>
              <a:defRPr sz="1799"/>
            </a:lvl3pPr>
            <a:lvl4pPr>
              <a:defRPr sz="16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12"/>
          </p:nvPr>
        </p:nvSpPr>
        <p:spPr>
          <a:xfrm>
            <a:off x="6393480" y="3223226"/>
            <a:ext cx="5387630" cy="548640"/>
          </a:xfrm>
        </p:spPr>
        <p:txBody>
          <a:bodyPr anchor="b">
            <a:noAutofit/>
          </a:bodyPr>
          <a:lstStyle>
            <a:lvl1pPr marL="0" indent="0">
              <a:buNone/>
              <a:defRPr sz="1999" b="1"/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5"/>
          <p:cNvSpPr>
            <a:spLocks noGrp="1"/>
          </p:cNvSpPr>
          <p:nvPr>
            <p:ph sz="quarter" idx="13"/>
          </p:nvPr>
        </p:nvSpPr>
        <p:spPr>
          <a:xfrm>
            <a:off x="6393480" y="3862988"/>
            <a:ext cx="5387630" cy="1850332"/>
          </a:xfrm>
        </p:spPr>
        <p:txBody>
          <a:bodyPr/>
          <a:lstStyle>
            <a:lvl1pPr>
              <a:defRPr sz="1999"/>
            </a:lvl1pPr>
            <a:lvl2pPr>
              <a:defRPr sz="1999"/>
            </a:lvl2pPr>
            <a:lvl3pPr>
              <a:defRPr sz="1799"/>
            </a:lvl3pPr>
            <a:lvl4pPr>
              <a:defRPr sz="16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88549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over 01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12"/>
          <p:cNvSpPr/>
          <p:nvPr userDrawn="1"/>
        </p:nvSpPr>
        <p:spPr>
          <a:xfrm>
            <a:off x="-3175" y="3328988"/>
            <a:ext cx="8453438" cy="3529012"/>
          </a:xfrm>
          <a:custGeom>
            <a:avLst/>
            <a:gdLst>
              <a:gd name="connsiteX0" fmla="*/ 0 w 11532358"/>
              <a:gd name="connsiteY0" fmla="*/ 4292220 h 4292220"/>
              <a:gd name="connsiteX1" fmla="*/ 4257281 w 11532358"/>
              <a:gd name="connsiteY1" fmla="*/ 0 h 4292220"/>
              <a:gd name="connsiteX2" fmla="*/ 11532358 w 11532358"/>
              <a:gd name="connsiteY2" fmla="*/ 0 h 4292220"/>
              <a:gd name="connsiteX3" fmla="*/ 7275077 w 11532358"/>
              <a:gd name="connsiteY3" fmla="*/ 4292220 h 4292220"/>
              <a:gd name="connsiteX4" fmla="*/ 0 w 11532358"/>
              <a:gd name="connsiteY4" fmla="*/ 4292220 h 4292220"/>
              <a:gd name="connsiteX0" fmla="*/ 0 w 11532358"/>
              <a:gd name="connsiteY0" fmla="*/ 4292220 h 4292220"/>
              <a:gd name="connsiteX1" fmla="*/ 3271464 w 11532358"/>
              <a:gd name="connsiteY1" fmla="*/ 994331 h 4292220"/>
              <a:gd name="connsiteX2" fmla="*/ 4257281 w 11532358"/>
              <a:gd name="connsiteY2" fmla="*/ 0 h 4292220"/>
              <a:gd name="connsiteX3" fmla="*/ 11532358 w 11532358"/>
              <a:gd name="connsiteY3" fmla="*/ 0 h 4292220"/>
              <a:gd name="connsiteX4" fmla="*/ 7275077 w 11532358"/>
              <a:gd name="connsiteY4" fmla="*/ 4292220 h 4292220"/>
              <a:gd name="connsiteX5" fmla="*/ 0 w 11532358"/>
              <a:gd name="connsiteY5" fmla="*/ 4292220 h 4292220"/>
              <a:gd name="connsiteX0" fmla="*/ 0 w 11532358"/>
              <a:gd name="connsiteY0" fmla="*/ 4292220 h 4292220"/>
              <a:gd name="connsiteX1" fmla="*/ 3271464 w 11532358"/>
              <a:gd name="connsiteY1" fmla="*/ 994331 h 4292220"/>
              <a:gd name="connsiteX2" fmla="*/ 4257281 w 11532358"/>
              <a:gd name="connsiteY2" fmla="*/ 0 h 4292220"/>
              <a:gd name="connsiteX3" fmla="*/ 11532358 w 11532358"/>
              <a:gd name="connsiteY3" fmla="*/ 0 h 4292220"/>
              <a:gd name="connsiteX4" fmla="*/ 7275077 w 11532358"/>
              <a:gd name="connsiteY4" fmla="*/ 4292220 h 4292220"/>
              <a:gd name="connsiteX5" fmla="*/ 3271426 w 11532358"/>
              <a:gd name="connsiteY5" fmla="*/ 4291864 h 4292220"/>
              <a:gd name="connsiteX6" fmla="*/ 0 w 11532358"/>
              <a:gd name="connsiteY6" fmla="*/ 4292220 h 4292220"/>
              <a:gd name="connsiteX0" fmla="*/ 0 w 8260932"/>
              <a:gd name="connsiteY0" fmla="*/ 4291864 h 4292220"/>
              <a:gd name="connsiteX1" fmla="*/ 38 w 8260932"/>
              <a:gd name="connsiteY1" fmla="*/ 994331 h 4292220"/>
              <a:gd name="connsiteX2" fmla="*/ 985855 w 8260932"/>
              <a:gd name="connsiteY2" fmla="*/ 0 h 4292220"/>
              <a:gd name="connsiteX3" fmla="*/ 8260932 w 8260932"/>
              <a:gd name="connsiteY3" fmla="*/ 0 h 4292220"/>
              <a:gd name="connsiteX4" fmla="*/ 4003651 w 8260932"/>
              <a:gd name="connsiteY4" fmla="*/ 4292220 h 4292220"/>
              <a:gd name="connsiteX5" fmla="*/ 0 w 8260932"/>
              <a:gd name="connsiteY5" fmla="*/ 4291864 h 4292220"/>
              <a:gd name="connsiteX0" fmla="*/ 0 w 8260932"/>
              <a:gd name="connsiteY0" fmla="*/ 4291864 h 4292220"/>
              <a:gd name="connsiteX1" fmla="*/ 38 w 8260932"/>
              <a:gd name="connsiteY1" fmla="*/ 994331 h 4292220"/>
              <a:gd name="connsiteX2" fmla="*/ 985855 w 8260932"/>
              <a:gd name="connsiteY2" fmla="*/ 0 h 4292220"/>
              <a:gd name="connsiteX3" fmla="*/ 8260932 w 8260932"/>
              <a:gd name="connsiteY3" fmla="*/ 0 h 4292220"/>
              <a:gd name="connsiteX4" fmla="*/ 4003651 w 8260932"/>
              <a:gd name="connsiteY4" fmla="*/ 4292220 h 4292220"/>
              <a:gd name="connsiteX5" fmla="*/ 548849 w 8260932"/>
              <a:gd name="connsiteY5" fmla="*/ 4289231 h 4292220"/>
              <a:gd name="connsiteX6" fmla="*/ 0 w 8260932"/>
              <a:gd name="connsiteY6" fmla="*/ 4291864 h 4292220"/>
              <a:gd name="connsiteX0" fmla="*/ 0 w 8260932"/>
              <a:gd name="connsiteY0" fmla="*/ 4291864 h 4292220"/>
              <a:gd name="connsiteX1" fmla="*/ 38 w 8260932"/>
              <a:gd name="connsiteY1" fmla="*/ 994331 h 4292220"/>
              <a:gd name="connsiteX2" fmla="*/ 548849 w 8260932"/>
              <a:gd name="connsiteY2" fmla="*/ 438981 h 4292220"/>
              <a:gd name="connsiteX3" fmla="*/ 985855 w 8260932"/>
              <a:gd name="connsiteY3" fmla="*/ 0 h 4292220"/>
              <a:gd name="connsiteX4" fmla="*/ 8260932 w 8260932"/>
              <a:gd name="connsiteY4" fmla="*/ 0 h 4292220"/>
              <a:gd name="connsiteX5" fmla="*/ 4003651 w 8260932"/>
              <a:gd name="connsiteY5" fmla="*/ 4292220 h 4292220"/>
              <a:gd name="connsiteX6" fmla="*/ 548849 w 8260932"/>
              <a:gd name="connsiteY6" fmla="*/ 4289231 h 4292220"/>
              <a:gd name="connsiteX7" fmla="*/ 0 w 8260932"/>
              <a:gd name="connsiteY7" fmla="*/ 4291864 h 4292220"/>
              <a:gd name="connsiteX0" fmla="*/ 0 w 8260932"/>
              <a:gd name="connsiteY0" fmla="*/ 4291864 h 4292220"/>
              <a:gd name="connsiteX1" fmla="*/ 548849 w 8260932"/>
              <a:gd name="connsiteY1" fmla="*/ 438981 h 4292220"/>
              <a:gd name="connsiteX2" fmla="*/ 985855 w 8260932"/>
              <a:gd name="connsiteY2" fmla="*/ 0 h 4292220"/>
              <a:gd name="connsiteX3" fmla="*/ 8260932 w 8260932"/>
              <a:gd name="connsiteY3" fmla="*/ 0 h 4292220"/>
              <a:gd name="connsiteX4" fmla="*/ 4003651 w 8260932"/>
              <a:gd name="connsiteY4" fmla="*/ 4292220 h 4292220"/>
              <a:gd name="connsiteX5" fmla="*/ 548849 w 8260932"/>
              <a:gd name="connsiteY5" fmla="*/ 4289231 h 4292220"/>
              <a:gd name="connsiteX6" fmla="*/ 0 w 8260932"/>
              <a:gd name="connsiteY6" fmla="*/ 4291864 h 4292220"/>
              <a:gd name="connsiteX0" fmla="*/ 0 w 7712083"/>
              <a:gd name="connsiteY0" fmla="*/ 4289231 h 4292220"/>
              <a:gd name="connsiteX1" fmla="*/ 0 w 7712083"/>
              <a:gd name="connsiteY1" fmla="*/ 438981 h 4292220"/>
              <a:gd name="connsiteX2" fmla="*/ 437006 w 7712083"/>
              <a:gd name="connsiteY2" fmla="*/ 0 h 4292220"/>
              <a:gd name="connsiteX3" fmla="*/ 7712083 w 7712083"/>
              <a:gd name="connsiteY3" fmla="*/ 0 h 4292220"/>
              <a:gd name="connsiteX4" fmla="*/ 3454802 w 7712083"/>
              <a:gd name="connsiteY4" fmla="*/ 4292220 h 4292220"/>
              <a:gd name="connsiteX5" fmla="*/ 0 w 7712083"/>
              <a:gd name="connsiteY5" fmla="*/ 4289231 h 42922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712083" h="4292220">
                <a:moveTo>
                  <a:pt x="0" y="4289231"/>
                </a:moveTo>
                <a:lnTo>
                  <a:pt x="0" y="438981"/>
                </a:lnTo>
                <a:lnTo>
                  <a:pt x="437006" y="0"/>
                </a:lnTo>
                <a:lnTo>
                  <a:pt x="7712083" y="0"/>
                </a:lnTo>
                <a:lnTo>
                  <a:pt x="3454802" y="4292220"/>
                </a:lnTo>
                <a:lnTo>
                  <a:pt x="0" y="4289231"/>
                </a:lnTo>
                <a:close/>
              </a:path>
            </a:pathLst>
          </a:custGeom>
          <a:solidFill>
            <a:srgbClr val="00AAB5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prstClr val="white"/>
              </a:solidFill>
            </a:endParaRPr>
          </a:p>
        </p:txBody>
      </p:sp>
      <p:sp>
        <p:nvSpPr>
          <p:cNvPr id="5" name="Parallelogram 4"/>
          <p:cNvSpPr/>
          <p:nvPr userDrawn="1"/>
        </p:nvSpPr>
        <p:spPr>
          <a:xfrm flipH="1">
            <a:off x="1404938" y="2190750"/>
            <a:ext cx="2406650" cy="901700"/>
          </a:xfrm>
          <a:prstGeom prst="parallelogram">
            <a:avLst>
              <a:gd name="adj" fmla="val 99186"/>
            </a:avLst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2800" dirty="0">
              <a:solidFill>
                <a:prstClr val="white"/>
              </a:solidFill>
            </a:endParaRPr>
          </a:p>
        </p:txBody>
      </p:sp>
      <p:pic>
        <p:nvPicPr>
          <p:cNvPr id="6" name="Picture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3050" y="0"/>
            <a:ext cx="11915775" cy="3584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Parallelogram 12"/>
          <p:cNvSpPr/>
          <p:nvPr userDrawn="1"/>
        </p:nvSpPr>
        <p:spPr>
          <a:xfrm>
            <a:off x="-3175" y="3328988"/>
            <a:ext cx="8453438" cy="3529012"/>
          </a:xfrm>
          <a:custGeom>
            <a:avLst/>
            <a:gdLst>
              <a:gd name="connsiteX0" fmla="*/ 0 w 11532358"/>
              <a:gd name="connsiteY0" fmla="*/ 4292220 h 4292220"/>
              <a:gd name="connsiteX1" fmla="*/ 4257281 w 11532358"/>
              <a:gd name="connsiteY1" fmla="*/ 0 h 4292220"/>
              <a:gd name="connsiteX2" fmla="*/ 11532358 w 11532358"/>
              <a:gd name="connsiteY2" fmla="*/ 0 h 4292220"/>
              <a:gd name="connsiteX3" fmla="*/ 7275077 w 11532358"/>
              <a:gd name="connsiteY3" fmla="*/ 4292220 h 4292220"/>
              <a:gd name="connsiteX4" fmla="*/ 0 w 11532358"/>
              <a:gd name="connsiteY4" fmla="*/ 4292220 h 4292220"/>
              <a:gd name="connsiteX0" fmla="*/ 0 w 11532358"/>
              <a:gd name="connsiteY0" fmla="*/ 4292220 h 4292220"/>
              <a:gd name="connsiteX1" fmla="*/ 3271464 w 11532358"/>
              <a:gd name="connsiteY1" fmla="*/ 994331 h 4292220"/>
              <a:gd name="connsiteX2" fmla="*/ 4257281 w 11532358"/>
              <a:gd name="connsiteY2" fmla="*/ 0 h 4292220"/>
              <a:gd name="connsiteX3" fmla="*/ 11532358 w 11532358"/>
              <a:gd name="connsiteY3" fmla="*/ 0 h 4292220"/>
              <a:gd name="connsiteX4" fmla="*/ 7275077 w 11532358"/>
              <a:gd name="connsiteY4" fmla="*/ 4292220 h 4292220"/>
              <a:gd name="connsiteX5" fmla="*/ 0 w 11532358"/>
              <a:gd name="connsiteY5" fmla="*/ 4292220 h 4292220"/>
              <a:gd name="connsiteX0" fmla="*/ 0 w 11532358"/>
              <a:gd name="connsiteY0" fmla="*/ 4292220 h 4292220"/>
              <a:gd name="connsiteX1" fmla="*/ 3271464 w 11532358"/>
              <a:gd name="connsiteY1" fmla="*/ 994331 h 4292220"/>
              <a:gd name="connsiteX2" fmla="*/ 4257281 w 11532358"/>
              <a:gd name="connsiteY2" fmla="*/ 0 h 4292220"/>
              <a:gd name="connsiteX3" fmla="*/ 11532358 w 11532358"/>
              <a:gd name="connsiteY3" fmla="*/ 0 h 4292220"/>
              <a:gd name="connsiteX4" fmla="*/ 7275077 w 11532358"/>
              <a:gd name="connsiteY4" fmla="*/ 4292220 h 4292220"/>
              <a:gd name="connsiteX5" fmla="*/ 3271426 w 11532358"/>
              <a:gd name="connsiteY5" fmla="*/ 4291864 h 4292220"/>
              <a:gd name="connsiteX6" fmla="*/ 0 w 11532358"/>
              <a:gd name="connsiteY6" fmla="*/ 4292220 h 4292220"/>
              <a:gd name="connsiteX0" fmla="*/ 0 w 8260932"/>
              <a:gd name="connsiteY0" fmla="*/ 4291864 h 4292220"/>
              <a:gd name="connsiteX1" fmla="*/ 38 w 8260932"/>
              <a:gd name="connsiteY1" fmla="*/ 994331 h 4292220"/>
              <a:gd name="connsiteX2" fmla="*/ 985855 w 8260932"/>
              <a:gd name="connsiteY2" fmla="*/ 0 h 4292220"/>
              <a:gd name="connsiteX3" fmla="*/ 8260932 w 8260932"/>
              <a:gd name="connsiteY3" fmla="*/ 0 h 4292220"/>
              <a:gd name="connsiteX4" fmla="*/ 4003651 w 8260932"/>
              <a:gd name="connsiteY4" fmla="*/ 4292220 h 4292220"/>
              <a:gd name="connsiteX5" fmla="*/ 0 w 8260932"/>
              <a:gd name="connsiteY5" fmla="*/ 4291864 h 4292220"/>
              <a:gd name="connsiteX0" fmla="*/ 0 w 8260932"/>
              <a:gd name="connsiteY0" fmla="*/ 4291864 h 4292220"/>
              <a:gd name="connsiteX1" fmla="*/ 38 w 8260932"/>
              <a:gd name="connsiteY1" fmla="*/ 994331 h 4292220"/>
              <a:gd name="connsiteX2" fmla="*/ 985855 w 8260932"/>
              <a:gd name="connsiteY2" fmla="*/ 0 h 4292220"/>
              <a:gd name="connsiteX3" fmla="*/ 8260932 w 8260932"/>
              <a:gd name="connsiteY3" fmla="*/ 0 h 4292220"/>
              <a:gd name="connsiteX4" fmla="*/ 4003651 w 8260932"/>
              <a:gd name="connsiteY4" fmla="*/ 4292220 h 4292220"/>
              <a:gd name="connsiteX5" fmla="*/ 548849 w 8260932"/>
              <a:gd name="connsiteY5" fmla="*/ 4289231 h 4292220"/>
              <a:gd name="connsiteX6" fmla="*/ 0 w 8260932"/>
              <a:gd name="connsiteY6" fmla="*/ 4291864 h 4292220"/>
              <a:gd name="connsiteX0" fmla="*/ 0 w 8260932"/>
              <a:gd name="connsiteY0" fmla="*/ 4291864 h 4292220"/>
              <a:gd name="connsiteX1" fmla="*/ 38 w 8260932"/>
              <a:gd name="connsiteY1" fmla="*/ 994331 h 4292220"/>
              <a:gd name="connsiteX2" fmla="*/ 548849 w 8260932"/>
              <a:gd name="connsiteY2" fmla="*/ 438981 h 4292220"/>
              <a:gd name="connsiteX3" fmla="*/ 985855 w 8260932"/>
              <a:gd name="connsiteY3" fmla="*/ 0 h 4292220"/>
              <a:gd name="connsiteX4" fmla="*/ 8260932 w 8260932"/>
              <a:gd name="connsiteY4" fmla="*/ 0 h 4292220"/>
              <a:gd name="connsiteX5" fmla="*/ 4003651 w 8260932"/>
              <a:gd name="connsiteY5" fmla="*/ 4292220 h 4292220"/>
              <a:gd name="connsiteX6" fmla="*/ 548849 w 8260932"/>
              <a:gd name="connsiteY6" fmla="*/ 4289231 h 4292220"/>
              <a:gd name="connsiteX7" fmla="*/ 0 w 8260932"/>
              <a:gd name="connsiteY7" fmla="*/ 4291864 h 4292220"/>
              <a:gd name="connsiteX0" fmla="*/ 0 w 8260932"/>
              <a:gd name="connsiteY0" fmla="*/ 4291864 h 4292220"/>
              <a:gd name="connsiteX1" fmla="*/ 548849 w 8260932"/>
              <a:gd name="connsiteY1" fmla="*/ 438981 h 4292220"/>
              <a:gd name="connsiteX2" fmla="*/ 985855 w 8260932"/>
              <a:gd name="connsiteY2" fmla="*/ 0 h 4292220"/>
              <a:gd name="connsiteX3" fmla="*/ 8260932 w 8260932"/>
              <a:gd name="connsiteY3" fmla="*/ 0 h 4292220"/>
              <a:gd name="connsiteX4" fmla="*/ 4003651 w 8260932"/>
              <a:gd name="connsiteY4" fmla="*/ 4292220 h 4292220"/>
              <a:gd name="connsiteX5" fmla="*/ 548849 w 8260932"/>
              <a:gd name="connsiteY5" fmla="*/ 4289231 h 4292220"/>
              <a:gd name="connsiteX6" fmla="*/ 0 w 8260932"/>
              <a:gd name="connsiteY6" fmla="*/ 4291864 h 4292220"/>
              <a:gd name="connsiteX0" fmla="*/ 0 w 7712083"/>
              <a:gd name="connsiteY0" fmla="*/ 4289231 h 4292220"/>
              <a:gd name="connsiteX1" fmla="*/ 0 w 7712083"/>
              <a:gd name="connsiteY1" fmla="*/ 438981 h 4292220"/>
              <a:gd name="connsiteX2" fmla="*/ 437006 w 7712083"/>
              <a:gd name="connsiteY2" fmla="*/ 0 h 4292220"/>
              <a:gd name="connsiteX3" fmla="*/ 7712083 w 7712083"/>
              <a:gd name="connsiteY3" fmla="*/ 0 h 4292220"/>
              <a:gd name="connsiteX4" fmla="*/ 3454802 w 7712083"/>
              <a:gd name="connsiteY4" fmla="*/ 4292220 h 4292220"/>
              <a:gd name="connsiteX5" fmla="*/ 0 w 7712083"/>
              <a:gd name="connsiteY5" fmla="*/ 4289231 h 42922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712083" h="4292220">
                <a:moveTo>
                  <a:pt x="0" y="4289231"/>
                </a:moveTo>
                <a:lnTo>
                  <a:pt x="0" y="438981"/>
                </a:lnTo>
                <a:lnTo>
                  <a:pt x="437006" y="0"/>
                </a:lnTo>
                <a:lnTo>
                  <a:pt x="7712083" y="0"/>
                </a:lnTo>
                <a:lnTo>
                  <a:pt x="3454802" y="4292220"/>
                </a:lnTo>
                <a:lnTo>
                  <a:pt x="0" y="4289231"/>
                </a:lnTo>
                <a:close/>
              </a:path>
            </a:pathLst>
          </a:custGeom>
          <a:solidFill>
            <a:srgbClr val="00AAB5">
              <a:alpha val="50196"/>
            </a:srgb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prstClr val="white"/>
              </a:solidFill>
            </a:endParaRPr>
          </a:p>
        </p:txBody>
      </p:sp>
      <p:sp>
        <p:nvSpPr>
          <p:cNvPr id="8" name="Right Triangle 7"/>
          <p:cNvSpPr/>
          <p:nvPr userDrawn="1"/>
        </p:nvSpPr>
        <p:spPr>
          <a:xfrm flipH="1">
            <a:off x="11488738" y="5392738"/>
            <a:ext cx="273050" cy="204787"/>
          </a:xfrm>
          <a:prstGeom prst="rtTriangle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rgbClr val="FF0000"/>
              </a:solidFill>
            </a:endParaRPr>
          </a:p>
        </p:txBody>
      </p:sp>
      <p:pic>
        <p:nvPicPr>
          <p:cNvPr id="9" name="Picture 12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29700" y="341313"/>
            <a:ext cx="3027363" cy="887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953833" y="4870941"/>
            <a:ext cx="5486400" cy="822960"/>
          </a:xfrm>
        </p:spPr>
        <p:txBody>
          <a:bodyPr tIns="0"/>
          <a:lstStyle>
            <a:lvl1pPr algn="r">
              <a:defRPr b="1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68234" y="5762394"/>
            <a:ext cx="4572000" cy="640080"/>
          </a:xfrm>
        </p:spPr>
        <p:txBody>
          <a:bodyPr tIns="0" bIns="0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180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83888551"/>
      </p:ext>
    </p:extLst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5598" y="306707"/>
            <a:ext cx="10238613" cy="474345"/>
          </a:xfrm>
        </p:spPr>
        <p:txBody>
          <a:bodyPr/>
          <a:lstStyle>
            <a:lvl1pPr>
              <a:defRPr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55" y="1381123"/>
            <a:ext cx="11457496" cy="4937760"/>
          </a:xfrm>
        </p:spPr>
        <p:txBody>
          <a:bodyPr/>
          <a:lstStyle>
            <a:lvl1pPr>
              <a:buClr>
                <a:schemeClr val="tx1"/>
              </a:buClr>
              <a:defRPr>
                <a:solidFill>
                  <a:schemeClr val="tx1"/>
                </a:solidFill>
              </a:defRPr>
            </a:lvl1pPr>
            <a:lvl2pPr>
              <a:buClr>
                <a:schemeClr val="tx1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tx1"/>
              </a:buClr>
              <a:defRPr>
                <a:solidFill>
                  <a:srgbClr val="000000"/>
                </a:solidFill>
              </a:defRPr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Text Placeholder 8"/>
          <p:cNvSpPr>
            <a:spLocks noGrp="1"/>
          </p:cNvSpPr>
          <p:nvPr>
            <p:ph type="body" sz="quarter" idx="10"/>
          </p:nvPr>
        </p:nvSpPr>
        <p:spPr>
          <a:xfrm>
            <a:off x="365755" y="752474"/>
            <a:ext cx="10238613" cy="285750"/>
          </a:xfrm>
        </p:spPr>
        <p:txBody>
          <a:bodyPr tIns="0" bIns="0">
            <a:noAutofit/>
          </a:bodyPr>
          <a:lstStyle>
            <a:lvl1pPr marL="0" indent="0" algn="l" defTabSz="914400" rtl="0" eaLnBrk="1" latinLnBrk="0" hangingPunct="1">
              <a:spcBef>
                <a:spcPct val="0"/>
              </a:spcBef>
              <a:buNone/>
              <a:defRPr lang="en-US" sz="1800" strike="noStrike" kern="1200" cap="all" baseline="0" dirty="0" smtClean="0">
                <a:solidFill>
                  <a:schemeClr val="tx1"/>
                </a:solidFill>
                <a:latin typeface="Calibri" pitchFamily="34" charset="0"/>
                <a:ea typeface="+mj-ea"/>
                <a:cs typeface="+mj-cs"/>
              </a:defRPr>
            </a:lvl1pPr>
            <a:lvl2pPr marL="367665" indent="0" algn="l" defTabSz="914400" rtl="0" eaLnBrk="1" latinLnBrk="0" hangingPunct="1">
              <a:spcBef>
                <a:spcPct val="0"/>
              </a:spcBef>
              <a:buNone/>
              <a:defRPr lang="en-US" sz="2400" strike="noStrike" kern="1200" cap="all" baseline="0" dirty="0" smtClean="0">
                <a:solidFill>
                  <a:schemeClr val="tx1"/>
                </a:solidFill>
                <a:latin typeface="Calibri" pitchFamily="34" charset="0"/>
                <a:ea typeface="+mj-ea"/>
                <a:cs typeface="+mj-cs"/>
              </a:defRPr>
            </a:lvl2pPr>
            <a:lvl3pPr marL="746125" indent="0" algn="l" defTabSz="914400" rtl="0" eaLnBrk="1" latinLnBrk="0" hangingPunct="1">
              <a:spcBef>
                <a:spcPct val="0"/>
              </a:spcBef>
              <a:buNone/>
              <a:defRPr lang="en-US" sz="2400" strike="noStrike" kern="1200" cap="all" baseline="0" dirty="0" smtClean="0">
                <a:solidFill>
                  <a:schemeClr val="tx1"/>
                </a:solidFill>
                <a:latin typeface="Calibri" pitchFamily="34" charset="0"/>
                <a:ea typeface="+mj-ea"/>
                <a:cs typeface="+mj-cs"/>
              </a:defRPr>
            </a:lvl3pPr>
            <a:lvl4pPr marL="1188720" indent="0" algn="l" defTabSz="914400" rtl="0" eaLnBrk="1" latinLnBrk="0" hangingPunct="1">
              <a:spcBef>
                <a:spcPct val="0"/>
              </a:spcBef>
              <a:buNone/>
              <a:defRPr lang="en-US" sz="2400" strike="noStrike" kern="1200" cap="all" baseline="0" dirty="0" smtClean="0">
                <a:solidFill>
                  <a:schemeClr val="tx1"/>
                </a:solidFill>
                <a:latin typeface="Calibri" pitchFamily="34" charset="0"/>
                <a:ea typeface="+mj-ea"/>
                <a:cs typeface="+mj-cs"/>
              </a:defRPr>
            </a:lvl4pPr>
            <a:lvl5pPr marL="1481328" indent="0" algn="l" defTabSz="914400" rtl="0" eaLnBrk="1" latinLnBrk="0" hangingPunct="1">
              <a:spcBef>
                <a:spcPct val="0"/>
              </a:spcBef>
              <a:buNone/>
              <a:defRPr lang="en-US" sz="2400" strike="noStrike" kern="1200" cap="all" baseline="0" dirty="0">
                <a:solidFill>
                  <a:schemeClr val="tx1"/>
                </a:solidFill>
                <a:latin typeface="Calibri" pitchFamily="34" charset="0"/>
                <a:ea typeface="+mj-ea"/>
                <a:cs typeface="+mj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265536084"/>
      </p:ext>
    </p:extLst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5598" y="306707"/>
            <a:ext cx="10238613" cy="474345"/>
          </a:xfrm>
        </p:spPr>
        <p:txBody>
          <a:bodyPr/>
          <a:lstStyle>
            <a:lvl1pPr>
              <a:defRPr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8"/>
          <p:cNvSpPr>
            <a:spLocks noGrp="1"/>
          </p:cNvSpPr>
          <p:nvPr>
            <p:ph type="body" sz="quarter" idx="10"/>
          </p:nvPr>
        </p:nvSpPr>
        <p:spPr>
          <a:xfrm>
            <a:off x="365755" y="752474"/>
            <a:ext cx="10238613" cy="285750"/>
          </a:xfrm>
        </p:spPr>
        <p:txBody>
          <a:bodyPr tIns="0" bIns="0">
            <a:noAutofit/>
          </a:bodyPr>
          <a:lstStyle>
            <a:lvl1pPr marL="0" indent="0" algn="l" defTabSz="914400" rtl="0" eaLnBrk="1" latinLnBrk="0" hangingPunct="1">
              <a:spcBef>
                <a:spcPct val="0"/>
              </a:spcBef>
              <a:buNone/>
              <a:defRPr lang="en-US" sz="1800" strike="noStrike" kern="1200" cap="all" baseline="0" dirty="0" smtClean="0">
                <a:solidFill>
                  <a:schemeClr val="tx1"/>
                </a:solidFill>
                <a:latin typeface="Calibri" pitchFamily="34" charset="0"/>
                <a:ea typeface="+mj-ea"/>
                <a:cs typeface="+mj-cs"/>
              </a:defRPr>
            </a:lvl1pPr>
            <a:lvl2pPr marL="367665" indent="0" algn="l" defTabSz="914400" rtl="0" eaLnBrk="1" latinLnBrk="0" hangingPunct="1">
              <a:spcBef>
                <a:spcPct val="0"/>
              </a:spcBef>
              <a:buNone/>
              <a:defRPr lang="en-US" sz="2400" strike="noStrike" kern="1200" cap="all" baseline="0" dirty="0" smtClean="0">
                <a:solidFill>
                  <a:schemeClr val="tx1"/>
                </a:solidFill>
                <a:latin typeface="Calibri" pitchFamily="34" charset="0"/>
                <a:ea typeface="+mj-ea"/>
                <a:cs typeface="+mj-cs"/>
              </a:defRPr>
            </a:lvl2pPr>
            <a:lvl3pPr marL="746125" indent="0" algn="l" defTabSz="914400" rtl="0" eaLnBrk="1" latinLnBrk="0" hangingPunct="1">
              <a:spcBef>
                <a:spcPct val="0"/>
              </a:spcBef>
              <a:buNone/>
              <a:defRPr lang="en-US" sz="2400" strike="noStrike" kern="1200" cap="all" baseline="0" dirty="0" smtClean="0">
                <a:solidFill>
                  <a:schemeClr val="tx1"/>
                </a:solidFill>
                <a:latin typeface="Calibri" pitchFamily="34" charset="0"/>
                <a:ea typeface="+mj-ea"/>
                <a:cs typeface="+mj-cs"/>
              </a:defRPr>
            </a:lvl3pPr>
            <a:lvl4pPr marL="1188720" indent="0" algn="l" defTabSz="914400" rtl="0" eaLnBrk="1" latinLnBrk="0" hangingPunct="1">
              <a:spcBef>
                <a:spcPct val="0"/>
              </a:spcBef>
              <a:buNone/>
              <a:defRPr lang="en-US" sz="2400" strike="noStrike" kern="1200" cap="all" baseline="0" dirty="0" smtClean="0">
                <a:solidFill>
                  <a:schemeClr val="tx1"/>
                </a:solidFill>
                <a:latin typeface="Calibri" pitchFamily="34" charset="0"/>
                <a:ea typeface="+mj-ea"/>
                <a:cs typeface="+mj-cs"/>
              </a:defRPr>
            </a:lvl4pPr>
            <a:lvl5pPr marL="1481328" indent="0" algn="l" defTabSz="914400" rtl="0" eaLnBrk="1" latinLnBrk="0" hangingPunct="1">
              <a:spcBef>
                <a:spcPct val="0"/>
              </a:spcBef>
              <a:buNone/>
              <a:defRPr lang="en-US" sz="2400" strike="noStrike" kern="1200" cap="all" baseline="0" dirty="0">
                <a:solidFill>
                  <a:schemeClr val="tx1"/>
                </a:solidFill>
                <a:latin typeface="Calibri" pitchFamily="34" charset="0"/>
                <a:ea typeface="+mj-ea"/>
                <a:cs typeface="+mj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09322704"/>
      </p:ext>
    </p:extLst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00360267"/>
      </p:ext>
    </p:extLst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5598" y="306388"/>
            <a:ext cx="10238613" cy="47466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56" y="1381123"/>
            <a:ext cx="5484971" cy="5029200"/>
          </a:xfrm>
        </p:spPr>
        <p:txBody>
          <a:bodyPr/>
          <a:lstStyle>
            <a:lvl1pPr>
              <a:buClr>
                <a:schemeClr val="tx1"/>
              </a:buClr>
              <a:defRPr>
                <a:solidFill>
                  <a:schemeClr val="tx1"/>
                </a:solidFill>
              </a:defRPr>
            </a:lvl1pPr>
            <a:lvl2pPr>
              <a:buClr>
                <a:schemeClr val="tx1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tx1"/>
              </a:buClr>
              <a:defRPr>
                <a:solidFill>
                  <a:srgbClr val="000000"/>
                </a:solidFill>
              </a:defRPr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Text Placeholder 8"/>
          <p:cNvSpPr>
            <a:spLocks noGrp="1"/>
          </p:cNvSpPr>
          <p:nvPr>
            <p:ph type="body" sz="quarter" idx="10"/>
          </p:nvPr>
        </p:nvSpPr>
        <p:spPr>
          <a:xfrm>
            <a:off x="365755" y="752474"/>
            <a:ext cx="10238613" cy="285750"/>
          </a:xfrm>
        </p:spPr>
        <p:txBody>
          <a:bodyPr tIns="0" bIns="0">
            <a:noAutofit/>
          </a:bodyPr>
          <a:lstStyle>
            <a:lvl1pPr marL="0" indent="0" algn="l" defTabSz="914400" rtl="0" eaLnBrk="1" latinLnBrk="0" hangingPunct="1">
              <a:spcBef>
                <a:spcPct val="0"/>
              </a:spcBef>
              <a:buNone/>
              <a:defRPr lang="en-US" sz="1800" strike="noStrike" kern="1200" cap="all" baseline="0" dirty="0" smtClean="0">
                <a:solidFill>
                  <a:schemeClr val="tx1"/>
                </a:solidFill>
                <a:latin typeface="Calibri" pitchFamily="34" charset="0"/>
                <a:ea typeface="+mj-ea"/>
                <a:cs typeface="+mj-cs"/>
              </a:defRPr>
            </a:lvl1pPr>
            <a:lvl2pPr marL="367665" indent="0" algn="l" defTabSz="914400" rtl="0" eaLnBrk="1" latinLnBrk="0" hangingPunct="1">
              <a:spcBef>
                <a:spcPct val="0"/>
              </a:spcBef>
              <a:buNone/>
              <a:defRPr lang="en-US" sz="2400" strike="noStrike" kern="1200" cap="all" baseline="0" dirty="0" smtClean="0">
                <a:solidFill>
                  <a:schemeClr val="tx1"/>
                </a:solidFill>
                <a:latin typeface="Calibri" pitchFamily="34" charset="0"/>
                <a:ea typeface="+mj-ea"/>
                <a:cs typeface="+mj-cs"/>
              </a:defRPr>
            </a:lvl2pPr>
            <a:lvl3pPr marL="746125" indent="0" algn="l" defTabSz="914400" rtl="0" eaLnBrk="1" latinLnBrk="0" hangingPunct="1">
              <a:spcBef>
                <a:spcPct val="0"/>
              </a:spcBef>
              <a:buNone/>
              <a:defRPr lang="en-US" sz="2400" strike="noStrike" kern="1200" cap="all" baseline="0" dirty="0" smtClean="0">
                <a:solidFill>
                  <a:schemeClr val="tx1"/>
                </a:solidFill>
                <a:latin typeface="Calibri" pitchFamily="34" charset="0"/>
                <a:ea typeface="+mj-ea"/>
                <a:cs typeface="+mj-cs"/>
              </a:defRPr>
            </a:lvl3pPr>
            <a:lvl4pPr marL="1188720" indent="0" algn="l" defTabSz="914400" rtl="0" eaLnBrk="1" latinLnBrk="0" hangingPunct="1">
              <a:spcBef>
                <a:spcPct val="0"/>
              </a:spcBef>
              <a:buNone/>
              <a:defRPr lang="en-US" sz="2400" strike="noStrike" kern="1200" cap="all" baseline="0" dirty="0" smtClean="0">
                <a:solidFill>
                  <a:schemeClr val="tx1"/>
                </a:solidFill>
                <a:latin typeface="Calibri" pitchFamily="34" charset="0"/>
                <a:ea typeface="+mj-ea"/>
                <a:cs typeface="+mj-cs"/>
              </a:defRPr>
            </a:lvl4pPr>
            <a:lvl5pPr marL="1481328" indent="0" algn="l" defTabSz="914400" rtl="0" eaLnBrk="1" latinLnBrk="0" hangingPunct="1">
              <a:spcBef>
                <a:spcPct val="0"/>
              </a:spcBef>
              <a:buNone/>
              <a:defRPr lang="en-US" sz="2400" strike="noStrike" kern="1200" cap="all" baseline="0" dirty="0">
                <a:solidFill>
                  <a:schemeClr val="tx1"/>
                </a:solidFill>
                <a:latin typeface="Calibri" pitchFamily="34" charset="0"/>
                <a:ea typeface="+mj-ea"/>
                <a:cs typeface="+mj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Content Placeholder 5"/>
          <p:cNvSpPr>
            <a:spLocks noGrp="1"/>
          </p:cNvSpPr>
          <p:nvPr>
            <p:ph sz="quarter" idx="11"/>
          </p:nvPr>
        </p:nvSpPr>
        <p:spPr>
          <a:xfrm>
            <a:off x="6307137" y="1381123"/>
            <a:ext cx="5484971" cy="5029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225809461"/>
      </p:ext>
    </p:extLst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5598" y="306388"/>
            <a:ext cx="10238613" cy="47466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56" y="1777919"/>
            <a:ext cx="5484971" cy="4572000"/>
          </a:xfrm>
        </p:spPr>
        <p:txBody>
          <a:bodyPr/>
          <a:lstStyle>
            <a:lvl1pPr>
              <a:buClr>
                <a:schemeClr val="tx1"/>
              </a:buClr>
              <a:defRPr>
                <a:solidFill>
                  <a:schemeClr val="tx1"/>
                </a:solidFill>
              </a:defRPr>
            </a:lvl1pPr>
            <a:lvl2pPr>
              <a:buClr>
                <a:schemeClr val="tx1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tx1"/>
              </a:buClr>
              <a:defRPr>
                <a:solidFill>
                  <a:srgbClr val="000000"/>
                </a:solidFill>
              </a:defRPr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Text Placeholder 8"/>
          <p:cNvSpPr>
            <a:spLocks noGrp="1"/>
          </p:cNvSpPr>
          <p:nvPr>
            <p:ph type="body" sz="quarter" idx="10"/>
          </p:nvPr>
        </p:nvSpPr>
        <p:spPr>
          <a:xfrm>
            <a:off x="365755" y="752474"/>
            <a:ext cx="10238613" cy="285750"/>
          </a:xfrm>
        </p:spPr>
        <p:txBody>
          <a:bodyPr tIns="0" bIns="0">
            <a:noAutofit/>
          </a:bodyPr>
          <a:lstStyle>
            <a:lvl1pPr marL="0" indent="0" algn="l" defTabSz="914400" rtl="0" eaLnBrk="1" latinLnBrk="0" hangingPunct="1">
              <a:spcBef>
                <a:spcPct val="0"/>
              </a:spcBef>
              <a:buNone/>
              <a:defRPr lang="en-US" sz="1800" strike="noStrike" kern="1200" cap="all" baseline="0" dirty="0" smtClean="0">
                <a:solidFill>
                  <a:schemeClr val="tx1"/>
                </a:solidFill>
                <a:latin typeface="Calibri" pitchFamily="34" charset="0"/>
                <a:ea typeface="+mj-ea"/>
                <a:cs typeface="+mj-cs"/>
              </a:defRPr>
            </a:lvl1pPr>
            <a:lvl2pPr marL="367665" indent="0" algn="l" defTabSz="914400" rtl="0" eaLnBrk="1" latinLnBrk="0" hangingPunct="1">
              <a:spcBef>
                <a:spcPct val="0"/>
              </a:spcBef>
              <a:buNone/>
              <a:defRPr lang="en-US" sz="2400" strike="noStrike" kern="1200" cap="all" baseline="0" dirty="0" smtClean="0">
                <a:solidFill>
                  <a:schemeClr val="tx1"/>
                </a:solidFill>
                <a:latin typeface="Calibri" pitchFamily="34" charset="0"/>
                <a:ea typeface="+mj-ea"/>
                <a:cs typeface="+mj-cs"/>
              </a:defRPr>
            </a:lvl2pPr>
            <a:lvl3pPr marL="746125" indent="0" algn="l" defTabSz="914400" rtl="0" eaLnBrk="1" latinLnBrk="0" hangingPunct="1">
              <a:spcBef>
                <a:spcPct val="0"/>
              </a:spcBef>
              <a:buNone/>
              <a:defRPr lang="en-US" sz="2400" strike="noStrike" kern="1200" cap="all" baseline="0" dirty="0" smtClean="0">
                <a:solidFill>
                  <a:schemeClr val="tx1"/>
                </a:solidFill>
                <a:latin typeface="Calibri" pitchFamily="34" charset="0"/>
                <a:ea typeface="+mj-ea"/>
                <a:cs typeface="+mj-cs"/>
              </a:defRPr>
            </a:lvl3pPr>
            <a:lvl4pPr marL="1188720" indent="0" algn="l" defTabSz="914400" rtl="0" eaLnBrk="1" latinLnBrk="0" hangingPunct="1">
              <a:spcBef>
                <a:spcPct val="0"/>
              </a:spcBef>
              <a:buNone/>
              <a:defRPr lang="en-US" sz="2400" strike="noStrike" kern="1200" cap="all" baseline="0" dirty="0" smtClean="0">
                <a:solidFill>
                  <a:schemeClr val="tx1"/>
                </a:solidFill>
                <a:latin typeface="Calibri" pitchFamily="34" charset="0"/>
                <a:ea typeface="+mj-ea"/>
                <a:cs typeface="+mj-cs"/>
              </a:defRPr>
            </a:lvl4pPr>
            <a:lvl5pPr marL="1481328" indent="0" algn="l" defTabSz="914400" rtl="0" eaLnBrk="1" latinLnBrk="0" hangingPunct="1">
              <a:spcBef>
                <a:spcPct val="0"/>
              </a:spcBef>
              <a:buNone/>
              <a:defRPr lang="en-US" sz="2400" strike="noStrike" kern="1200" cap="all" baseline="0" dirty="0">
                <a:solidFill>
                  <a:schemeClr val="tx1"/>
                </a:solidFill>
                <a:latin typeface="Calibri" pitchFamily="34" charset="0"/>
                <a:ea typeface="+mj-ea"/>
                <a:cs typeface="+mj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Content Placeholder 5"/>
          <p:cNvSpPr>
            <a:spLocks noGrp="1"/>
          </p:cNvSpPr>
          <p:nvPr>
            <p:ph sz="quarter" idx="11"/>
          </p:nvPr>
        </p:nvSpPr>
        <p:spPr>
          <a:xfrm>
            <a:off x="6307137" y="1777919"/>
            <a:ext cx="5484971" cy="4572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Text Placeholder 2"/>
          <p:cNvSpPr>
            <a:spLocks noGrp="1"/>
          </p:cNvSpPr>
          <p:nvPr>
            <p:ph type="body" idx="12"/>
          </p:nvPr>
        </p:nvSpPr>
        <p:spPr>
          <a:xfrm>
            <a:off x="365756" y="1287463"/>
            <a:ext cx="5484971" cy="479092"/>
          </a:xfrm>
        </p:spPr>
        <p:txBody>
          <a:bodyPr anchor="b">
            <a:noAutofit/>
          </a:bodyPr>
          <a:lstStyle>
            <a:lvl1pPr marL="0" indent="0">
              <a:buNone/>
              <a:defRPr sz="20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07137" y="1287463"/>
            <a:ext cx="5484971" cy="479092"/>
          </a:xfrm>
        </p:spPr>
        <p:txBody>
          <a:bodyPr anchor="b">
            <a:noAutofit/>
          </a:bodyPr>
          <a:lstStyle>
            <a:lvl1pPr marL="0" indent="0">
              <a:buNone/>
              <a:defRPr sz="20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757817877"/>
      </p:ext>
    </p:extLst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5598" y="306388"/>
            <a:ext cx="10238613" cy="47466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93172" y="1381123"/>
            <a:ext cx="7313295" cy="5029200"/>
          </a:xfrm>
        </p:spPr>
        <p:txBody>
          <a:bodyPr/>
          <a:lstStyle>
            <a:lvl1pPr>
              <a:buClr>
                <a:schemeClr val="tx1"/>
              </a:buClr>
              <a:defRPr>
                <a:solidFill>
                  <a:schemeClr val="tx1"/>
                </a:solidFill>
              </a:defRPr>
            </a:lvl1pPr>
            <a:lvl2pPr>
              <a:buClr>
                <a:schemeClr val="tx1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tx1"/>
              </a:buClr>
              <a:defRPr>
                <a:solidFill>
                  <a:srgbClr val="000000"/>
                </a:solidFill>
              </a:defRPr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Text Placeholder 8"/>
          <p:cNvSpPr>
            <a:spLocks noGrp="1"/>
          </p:cNvSpPr>
          <p:nvPr>
            <p:ph type="body" sz="quarter" idx="10"/>
          </p:nvPr>
        </p:nvSpPr>
        <p:spPr>
          <a:xfrm>
            <a:off x="365755" y="752474"/>
            <a:ext cx="10238613" cy="285750"/>
          </a:xfrm>
        </p:spPr>
        <p:txBody>
          <a:bodyPr tIns="0" bIns="0">
            <a:noAutofit/>
          </a:bodyPr>
          <a:lstStyle>
            <a:lvl1pPr marL="0" indent="0" algn="l" defTabSz="914400" rtl="0" eaLnBrk="1" latinLnBrk="0" hangingPunct="1">
              <a:spcBef>
                <a:spcPct val="0"/>
              </a:spcBef>
              <a:buNone/>
              <a:defRPr lang="en-US" sz="1800" strike="noStrike" kern="1200" cap="all" baseline="0" dirty="0" smtClean="0">
                <a:solidFill>
                  <a:schemeClr val="tx1"/>
                </a:solidFill>
                <a:latin typeface="Calibri" pitchFamily="34" charset="0"/>
                <a:ea typeface="+mj-ea"/>
                <a:cs typeface="+mj-cs"/>
              </a:defRPr>
            </a:lvl1pPr>
            <a:lvl2pPr marL="367665" indent="0" algn="l" defTabSz="914400" rtl="0" eaLnBrk="1" latinLnBrk="0" hangingPunct="1">
              <a:spcBef>
                <a:spcPct val="0"/>
              </a:spcBef>
              <a:buNone/>
              <a:defRPr lang="en-US" sz="2400" strike="noStrike" kern="1200" cap="all" baseline="0" dirty="0" smtClean="0">
                <a:solidFill>
                  <a:schemeClr val="tx1"/>
                </a:solidFill>
                <a:latin typeface="Calibri" pitchFamily="34" charset="0"/>
                <a:ea typeface="+mj-ea"/>
                <a:cs typeface="+mj-cs"/>
              </a:defRPr>
            </a:lvl2pPr>
            <a:lvl3pPr marL="746125" indent="0" algn="l" defTabSz="914400" rtl="0" eaLnBrk="1" latinLnBrk="0" hangingPunct="1">
              <a:spcBef>
                <a:spcPct val="0"/>
              </a:spcBef>
              <a:buNone/>
              <a:defRPr lang="en-US" sz="2400" strike="noStrike" kern="1200" cap="all" baseline="0" dirty="0" smtClean="0">
                <a:solidFill>
                  <a:schemeClr val="tx1"/>
                </a:solidFill>
                <a:latin typeface="Calibri" pitchFamily="34" charset="0"/>
                <a:ea typeface="+mj-ea"/>
                <a:cs typeface="+mj-cs"/>
              </a:defRPr>
            </a:lvl3pPr>
            <a:lvl4pPr marL="1188720" indent="0" algn="l" defTabSz="914400" rtl="0" eaLnBrk="1" latinLnBrk="0" hangingPunct="1">
              <a:spcBef>
                <a:spcPct val="0"/>
              </a:spcBef>
              <a:buNone/>
              <a:defRPr lang="en-US" sz="2400" strike="noStrike" kern="1200" cap="all" baseline="0" dirty="0" smtClean="0">
                <a:solidFill>
                  <a:schemeClr val="tx1"/>
                </a:solidFill>
                <a:latin typeface="Calibri" pitchFamily="34" charset="0"/>
                <a:ea typeface="+mj-ea"/>
                <a:cs typeface="+mj-cs"/>
              </a:defRPr>
            </a:lvl4pPr>
            <a:lvl5pPr marL="1481328" indent="0" algn="l" defTabSz="914400" rtl="0" eaLnBrk="1" latinLnBrk="0" hangingPunct="1">
              <a:spcBef>
                <a:spcPct val="0"/>
              </a:spcBef>
              <a:buNone/>
              <a:defRPr lang="en-US" sz="2400" strike="noStrike" kern="1200" cap="all" baseline="0" dirty="0">
                <a:solidFill>
                  <a:schemeClr val="tx1"/>
                </a:solidFill>
                <a:latin typeface="Calibri" pitchFamily="34" charset="0"/>
                <a:ea typeface="+mj-ea"/>
                <a:cs typeface="+mj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3"/>
          <p:cNvSpPr>
            <a:spLocks noGrp="1"/>
          </p:cNvSpPr>
          <p:nvPr>
            <p:ph type="body" sz="half" idx="2"/>
          </p:nvPr>
        </p:nvSpPr>
        <p:spPr>
          <a:xfrm>
            <a:off x="365756" y="1381123"/>
            <a:ext cx="4010039" cy="5029200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261283601"/>
      </p:ext>
    </p:extLst>
  </p:cSld>
  <p:clrMapOvr>
    <a:masterClrMapping/>
  </p:clrMapOvr>
  <p:transition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9111" y="182880"/>
            <a:ext cx="9994837" cy="64008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09111" y="1096859"/>
            <a:ext cx="5383398" cy="5212080"/>
          </a:xfrm>
        </p:spPr>
        <p:txBody>
          <a:bodyPr>
            <a:normAutofit/>
          </a:bodyPr>
          <a:lstStyle>
            <a:lvl1pPr>
              <a:defRPr sz="18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400">
                <a:solidFill>
                  <a:schemeClr val="tx1"/>
                </a:solidFill>
              </a:defRPr>
            </a:lvl3pPr>
            <a:lvl4pPr>
              <a:defRPr sz="1200"/>
            </a:lvl4pPr>
            <a:lvl5pPr>
              <a:defRPr sz="12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61155" y="1096859"/>
            <a:ext cx="5383398" cy="5212080"/>
          </a:xfrm>
        </p:spPr>
        <p:txBody>
          <a:bodyPr>
            <a:normAutofit/>
          </a:bodyPr>
          <a:lstStyle>
            <a:lvl1pPr>
              <a:defRPr sz="18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400">
                <a:solidFill>
                  <a:schemeClr val="tx1"/>
                </a:solidFill>
              </a:defRPr>
            </a:lvl3pPr>
            <a:lvl4pPr>
              <a:defRPr sz="1200"/>
            </a:lvl4pPr>
            <a:lvl5pPr>
              <a:defRPr sz="12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0882828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W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25777040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 WHT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7"/>
          <p:cNvSpPr>
            <a:spLocks noChangeArrowheads="1"/>
          </p:cNvSpPr>
          <p:nvPr userDrawn="1"/>
        </p:nvSpPr>
        <p:spPr bwMode="auto">
          <a:xfrm>
            <a:off x="0" y="1600200"/>
            <a:ext cx="12188825" cy="3657600"/>
          </a:xfrm>
          <a:prstGeom prst="rect">
            <a:avLst/>
          </a:prstGeom>
          <a:solidFill>
            <a:schemeClr val="bg2"/>
          </a:solidFill>
          <a:ln>
            <a:noFill/>
          </a:ln>
          <a:extLst>
            <a:ext uri="{91240B29-F687-4F45-9708-019B960494DF}">
              <a14:hiddenLine xmlns:a14="http://schemas.microsoft.com/office/drawing/2010/main" w="25400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228600" tIns="45714" rIns="228600" bIns="45714" anchor="ctr"/>
          <a:lstStyle>
            <a:lvl1pPr marL="1588" indent="-1588" defTabSz="912813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defTabSz="912813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defTabSz="912813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defTabSz="912813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defTabSz="912813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 b="1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grpSp>
        <p:nvGrpSpPr>
          <p:cNvPr id="4" name="Group 3"/>
          <p:cNvGrpSpPr/>
          <p:nvPr userDrawn="1"/>
        </p:nvGrpSpPr>
        <p:grpSpPr>
          <a:xfrm>
            <a:off x="812588" y="1600198"/>
            <a:ext cx="4875530" cy="3657602"/>
            <a:chOff x="4328513" y="1905000"/>
            <a:chExt cx="3106797" cy="3106799"/>
          </a:xfrm>
          <a:solidFill>
            <a:srgbClr val="000000">
              <a:alpha val="10196"/>
            </a:srgbClr>
          </a:solidFill>
        </p:grpSpPr>
        <p:sp>
          <p:nvSpPr>
            <p:cNvPr id="5" name="Rectangle 8"/>
            <p:cNvSpPr>
              <a:spLocks noChangeArrowheads="1"/>
            </p:cNvSpPr>
            <p:nvPr/>
          </p:nvSpPr>
          <p:spPr bwMode="auto">
            <a:xfrm>
              <a:off x="5262777" y="2839263"/>
              <a:ext cx="1271637" cy="127163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solidFill>
                  <a:srgbClr val="262626"/>
                </a:solidFill>
                <a:latin typeface="Arial"/>
                <a:cs typeface="Arial" charset="0"/>
              </a:endParaRPr>
            </a:p>
          </p:txBody>
        </p:sp>
        <p:sp>
          <p:nvSpPr>
            <p:cNvPr id="6" name="Freeform 9"/>
            <p:cNvSpPr>
              <a:spLocks/>
            </p:cNvSpPr>
            <p:nvPr/>
          </p:nvSpPr>
          <p:spPr bwMode="auto">
            <a:xfrm>
              <a:off x="5633516" y="4110901"/>
              <a:ext cx="1801794" cy="900898"/>
            </a:xfrm>
            <a:custGeom>
              <a:avLst/>
              <a:gdLst>
                <a:gd name="T0" fmla="*/ 0 w 486"/>
                <a:gd name="T1" fmla="*/ 243 h 243"/>
                <a:gd name="T2" fmla="*/ 486 w 486"/>
                <a:gd name="T3" fmla="*/ 243 h 243"/>
                <a:gd name="T4" fmla="*/ 243 w 486"/>
                <a:gd name="T5" fmla="*/ 0 h 243"/>
                <a:gd name="T6" fmla="*/ 0 w 486"/>
                <a:gd name="T7" fmla="*/ 243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86" h="243">
                  <a:moveTo>
                    <a:pt x="0" y="243"/>
                  </a:moveTo>
                  <a:lnTo>
                    <a:pt x="486" y="243"/>
                  </a:lnTo>
                  <a:lnTo>
                    <a:pt x="243" y="0"/>
                  </a:lnTo>
                  <a:lnTo>
                    <a:pt x="0" y="24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solidFill>
                  <a:srgbClr val="262626"/>
                </a:solidFill>
                <a:latin typeface="Arial"/>
                <a:cs typeface="Arial" charset="0"/>
              </a:endParaRPr>
            </a:p>
          </p:txBody>
        </p:sp>
        <p:sp>
          <p:nvSpPr>
            <p:cNvPr id="7" name="Freeform 10"/>
            <p:cNvSpPr>
              <a:spLocks/>
            </p:cNvSpPr>
            <p:nvPr/>
          </p:nvSpPr>
          <p:spPr bwMode="auto">
            <a:xfrm>
              <a:off x="4328513" y="1905000"/>
              <a:ext cx="934263" cy="1864821"/>
            </a:xfrm>
            <a:custGeom>
              <a:avLst/>
              <a:gdLst>
                <a:gd name="T0" fmla="*/ 0 w 252"/>
                <a:gd name="T1" fmla="*/ 0 h 503"/>
                <a:gd name="T2" fmla="*/ 0 w 252"/>
                <a:gd name="T3" fmla="*/ 503 h 503"/>
                <a:gd name="T4" fmla="*/ 252 w 252"/>
                <a:gd name="T5" fmla="*/ 252 h 503"/>
                <a:gd name="T6" fmla="*/ 0 w 252"/>
                <a:gd name="T7" fmla="*/ 0 h 5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2" h="503">
                  <a:moveTo>
                    <a:pt x="0" y="0"/>
                  </a:moveTo>
                  <a:lnTo>
                    <a:pt x="0" y="503"/>
                  </a:lnTo>
                  <a:lnTo>
                    <a:pt x="252" y="25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solidFill>
                  <a:srgbClr val="262626"/>
                </a:solidFill>
                <a:latin typeface="Arial"/>
                <a:cs typeface="Arial" charset="0"/>
              </a:endParaRPr>
            </a:p>
          </p:txBody>
        </p:sp>
      </p:grpSp>
      <p:sp>
        <p:nvSpPr>
          <p:cNvPr id="8" name="Chevron 7"/>
          <p:cNvSpPr>
            <a:spLocks noChangeArrowheads="1"/>
          </p:cNvSpPr>
          <p:nvPr userDrawn="1"/>
        </p:nvSpPr>
        <p:spPr bwMode="auto">
          <a:xfrm>
            <a:off x="10580688" y="2690813"/>
            <a:ext cx="877887" cy="1476375"/>
          </a:xfrm>
          <a:prstGeom prst="chevron">
            <a:avLst>
              <a:gd name="adj" fmla="val 74139"/>
            </a:avLst>
          </a:prstGeom>
          <a:solidFill>
            <a:schemeClr val="accent5"/>
          </a:solidFill>
          <a:ln>
            <a:noFill/>
          </a:ln>
          <a:extLst/>
        </p:spPr>
        <p:txBody>
          <a:bodyPr lIns="228600" tIns="45714" rIns="228600" bIns="45714" anchor="ctr"/>
          <a:lstStyle/>
          <a:p>
            <a:pPr marL="1588" indent="-1588" algn="ctr" defTabSz="912813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1" dirty="0">
              <a:solidFill>
                <a:srgbClr val="FFFFFF"/>
              </a:solidFill>
              <a:latin typeface="Arial"/>
              <a:cs typeface="Arial" charset="0"/>
            </a:endParaRPr>
          </a:p>
        </p:txBody>
      </p:sp>
      <p:pic>
        <p:nvPicPr>
          <p:cNvPr id="9" name="Picture 15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87013" y="271463"/>
            <a:ext cx="1601787" cy="469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557654" y="2751138"/>
            <a:ext cx="5241195" cy="1362075"/>
          </a:xfrm>
        </p:spPr>
        <p:txBody>
          <a:bodyPr anchor="ctr">
            <a:normAutofit/>
          </a:bodyPr>
          <a:lstStyle>
            <a:lvl1pPr algn="r">
              <a:defRPr sz="2400" b="0" cap="all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751703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 W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946308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Section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ight Triangle 2"/>
          <p:cNvSpPr/>
          <p:nvPr userDrawn="1"/>
        </p:nvSpPr>
        <p:spPr>
          <a:xfrm flipH="1">
            <a:off x="9693275" y="3965575"/>
            <a:ext cx="206375" cy="204788"/>
          </a:xfrm>
          <a:prstGeom prst="rtTriangl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prstClr val="black"/>
              </a:solidFill>
            </a:endParaRPr>
          </a:p>
        </p:txBody>
      </p:sp>
      <p:sp>
        <p:nvSpPr>
          <p:cNvPr id="4" name="Parallelogram 3"/>
          <p:cNvSpPr/>
          <p:nvPr userDrawn="1"/>
        </p:nvSpPr>
        <p:spPr>
          <a:xfrm>
            <a:off x="5849938" y="4452938"/>
            <a:ext cx="5370512" cy="966787"/>
          </a:xfrm>
          <a:prstGeom prst="parallelogram">
            <a:avLst>
              <a:gd name="adj" fmla="val 99186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2800" dirty="0">
              <a:solidFill>
                <a:prstClr val="white"/>
              </a:solidFill>
            </a:endParaRPr>
          </a:p>
        </p:txBody>
      </p:sp>
      <p:sp>
        <p:nvSpPr>
          <p:cNvPr id="5" name="Parallelogram 4"/>
          <p:cNvSpPr/>
          <p:nvPr userDrawn="1"/>
        </p:nvSpPr>
        <p:spPr>
          <a:xfrm>
            <a:off x="10180638" y="5038725"/>
            <a:ext cx="1320800" cy="381000"/>
          </a:xfrm>
          <a:prstGeom prst="parallelogram">
            <a:avLst>
              <a:gd name="adj" fmla="val 99186"/>
            </a:avLst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prstClr val="white"/>
              </a:solidFill>
            </a:endParaRPr>
          </a:p>
        </p:txBody>
      </p:sp>
      <p:pic>
        <p:nvPicPr>
          <p:cNvPr id="6" name="Picture 1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91775" y="350838"/>
            <a:ext cx="1601788" cy="469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" name="Title 1"/>
          <p:cNvSpPr>
            <a:spLocks noGrp="1"/>
          </p:cNvSpPr>
          <p:nvPr>
            <p:ph type="ctrTitle"/>
          </p:nvPr>
        </p:nvSpPr>
        <p:spPr>
          <a:xfrm>
            <a:off x="4457765" y="2541290"/>
            <a:ext cx="5134475" cy="1841409"/>
          </a:xfrm>
        </p:spPr>
        <p:txBody>
          <a:bodyPr tIns="0"/>
          <a:lstStyle>
            <a:lvl1pPr algn="r">
              <a:defRPr sz="6600" b="0" cap="none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3262578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emf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2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7.xml"/><Relationship Id="rId7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6.xml"/><Relationship Id="rId2" Type="http://schemas.openxmlformats.org/officeDocument/2006/relationships/slideLayout" Target="../slideLayouts/slideLayout6.xml"/><Relationship Id="rId1" Type="http://schemas.openxmlformats.org/officeDocument/2006/relationships/slideLayout" Target="../slideLayouts/slideLayout5.xml"/><Relationship Id="rId6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5.xml"/><Relationship Id="rId5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4.xml"/><Relationship Id="rId4" Type="http://schemas.openxmlformats.org/officeDocument/2006/relationships/slideLayout" Target="../slideLayouts/slideLayout8.xml"/><Relationship Id="rId9" Type="http://schemas.openxmlformats.org/officeDocument/2006/relationships/slideLayout" Target="../slideLayouts/slideLayout13.xml"/><Relationship Id="rId14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6388" y="277813"/>
            <a:ext cx="10423525" cy="474662"/>
          </a:xfrm>
          <a:prstGeom prst="rect">
            <a:avLst/>
          </a:prstGeom>
        </p:spPr>
        <p:txBody>
          <a:bodyPr vert="horz" lIns="0" tIns="45720" rIns="0" bIns="0" rtlCol="0" anchor="b" anchorCtr="0">
            <a:noAutofit/>
          </a:bodyPr>
          <a:lstStyle/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312738" y="1381125"/>
            <a:ext cx="11339512" cy="4937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45720" rIns="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2913" y="6561033"/>
            <a:ext cx="2212144" cy="236748"/>
          </a:xfrm>
          <a:prstGeom prst="rect">
            <a:avLst/>
          </a:prstGeom>
          <a:noFill/>
        </p:spPr>
        <p:txBody>
          <a:bodyPr wrap="none" lIns="0" tIns="41029" rIns="0" bIns="41029" anchor="ctr">
            <a:spAutoFit/>
          </a:bodyPr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000" cap="all" dirty="0"/>
              <a:t>|   </a:t>
            </a:r>
            <a:r>
              <a:rPr lang="en-US" altLang="zh-CN" sz="1000" cap="all" dirty="0"/>
              <a:t>tensile Conv </a:t>
            </a:r>
            <a:r>
              <a:rPr lang="en-US" sz="1000" cap="all" dirty="0"/>
              <a:t>|   </a:t>
            </a:r>
            <a:fld id="{F9649FD6-C0F2-4A33-9D42-84E368792D73}" type="datetime4">
              <a:rPr lang="en-US" sz="1000" cap="all"/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t>February 26, 2019</a:t>
            </a:fld>
            <a:r>
              <a:rPr lang="en-US" sz="1000" cap="all" dirty="0"/>
              <a:t> </a:t>
            </a:r>
          </a:p>
        </p:txBody>
      </p:sp>
      <p:pic>
        <p:nvPicPr>
          <p:cNvPr id="1029" name="Picture 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29913" y="267230"/>
            <a:ext cx="1201737" cy="469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" name="TextBox 11"/>
          <p:cNvSpPr txBox="1"/>
          <p:nvPr/>
        </p:nvSpPr>
        <p:spPr>
          <a:xfrm>
            <a:off x="204788" y="6561138"/>
            <a:ext cx="150812" cy="236537"/>
          </a:xfrm>
          <a:prstGeom prst="rect">
            <a:avLst/>
          </a:prstGeom>
          <a:noFill/>
        </p:spPr>
        <p:txBody>
          <a:bodyPr wrap="none" lIns="0" tIns="41029" rIns="0" bIns="41029" anchor="ctr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algn="r" eaLnBrk="1" hangingPunct="1">
              <a:defRPr/>
            </a:pPr>
            <a:fld id="{1152F864-876E-44A1-BF21-52FA88B4FBC7}" type="slidenum">
              <a:rPr lang="en-US" altLang="en-US" sz="1000" smtClean="0"/>
              <a:pPr algn="r" eaLnBrk="1" hangingPunct="1">
                <a:defRPr/>
              </a:pPr>
              <a:t>‹#›</a:t>
            </a:fld>
            <a:endParaRPr lang="en-US" altLang="en-US" sz="100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056" r:id="rId1"/>
    <p:sldLayoutId id="2147484045" r:id="rId2"/>
    <p:sldLayoutId id="2147484046" r:id="rId3"/>
    <p:sldLayoutId id="2147484061" r:id="rId4"/>
  </p:sldLayoutIdLst>
  <p:transition/>
  <p:hf sldNum="0"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lang="en-US" sz="2600" kern="1200" cap="all" dirty="0">
          <a:solidFill>
            <a:schemeClr val="tx1"/>
          </a:solidFill>
          <a:latin typeface="Calibri" pitchFamily="34" charset="0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600">
          <a:solidFill>
            <a:schemeClr val="tx1"/>
          </a:solidFill>
          <a:latin typeface="Calibri" pitchFamily="34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600">
          <a:solidFill>
            <a:schemeClr val="tx1"/>
          </a:solidFill>
          <a:latin typeface="Calibri" pitchFamily="34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600">
          <a:solidFill>
            <a:schemeClr val="tx1"/>
          </a:solidFill>
          <a:latin typeface="Calibri" pitchFamily="34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600">
          <a:solidFill>
            <a:schemeClr val="tx1"/>
          </a:solidFill>
          <a:latin typeface="Calibri" pitchFamily="34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800">
          <a:solidFill>
            <a:schemeClr val="tx1"/>
          </a:solidFill>
          <a:latin typeface="Calibri" pitchFamily="34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800">
          <a:solidFill>
            <a:schemeClr val="tx1"/>
          </a:solidFill>
          <a:latin typeface="Calibri" pitchFamily="34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800">
          <a:solidFill>
            <a:schemeClr val="tx1"/>
          </a:solidFill>
          <a:latin typeface="Calibri" pitchFamily="34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8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ts val="800"/>
        </a:spcBef>
        <a:spcAft>
          <a:spcPct val="0"/>
        </a:spcAft>
        <a:buClr>
          <a:schemeClr val="tx1"/>
        </a:buClr>
        <a:buFont typeface="Wingdings 3" panose="05040102010807070707" pitchFamily="18" charset="2"/>
        <a:buChar char=""/>
        <a:defRPr sz="2000" kern="1200">
          <a:solidFill>
            <a:schemeClr val="tx1"/>
          </a:solidFill>
          <a:latin typeface="Calibri" pitchFamily="34" charset="0"/>
          <a:ea typeface="+mn-ea"/>
          <a:cs typeface="+mn-cs"/>
        </a:defRPr>
      </a:lvl1pPr>
      <a:lvl2pPr marL="547688" indent="-180975" algn="l" rtl="0" eaLnBrk="0" fontAlgn="base" hangingPunct="0">
        <a:spcBef>
          <a:spcPts val="300"/>
        </a:spcBef>
        <a:spcAft>
          <a:spcPct val="0"/>
        </a:spcAft>
        <a:buClr>
          <a:schemeClr val="tx1"/>
        </a:buClr>
        <a:buFont typeface="Calibri" panose="020F0502020204030204" pitchFamily="34" charset="0"/>
        <a:buChar char="‒"/>
        <a:defRPr kern="1200">
          <a:solidFill>
            <a:schemeClr val="tx1"/>
          </a:solidFill>
          <a:latin typeface="Calibri" pitchFamily="34" charset="0"/>
          <a:ea typeface="+mn-ea"/>
          <a:cs typeface="+mn-cs"/>
        </a:defRPr>
      </a:lvl2pPr>
      <a:lvl3pPr marL="914400" indent="-168275" algn="l" rtl="0" eaLnBrk="0" fontAlgn="base" hangingPunct="0">
        <a:spcBef>
          <a:spcPts val="300"/>
        </a:spcBef>
        <a:spcAft>
          <a:spcPct val="0"/>
        </a:spcAft>
        <a:buClr>
          <a:schemeClr val="tx1"/>
        </a:buClr>
        <a:buFont typeface="Calibri" panose="020F0502020204030204" pitchFamily="34" charset="0"/>
        <a:buChar char="‒"/>
        <a:defRPr sz="1600" kern="1200">
          <a:solidFill>
            <a:schemeClr val="tx1"/>
          </a:solidFill>
          <a:latin typeface="Calibri" pitchFamily="34" charset="0"/>
          <a:ea typeface="+mn-ea"/>
          <a:cs typeface="+mn-cs"/>
        </a:defRPr>
      </a:lvl3pPr>
      <a:lvl4pPr marL="1371600" indent="-182563" algn="l" rtl="0" eaLnBrk="0" fontAlgn="base" hangingPunct="0">
        <a:spcBef>
          <a:spcPts val="300"/>
        </a:spcBef>
        <a:spcAft>
          <a:spcPct val="0"/>
        </a:spcAft>
        <a:buClr>
          <a:schemeClr val="tx1"/>
        </a:buClr>
        <a:buFont typeface="Calibri" panose="020F0502020204030204" pitchFamily="34" charset="0"/>
        <a:buChar char="‒"/>
        <a:defRPr sz="1200" kern="1200">
          <a:solidFill>
            <a:schemeClr val="tx1"/>
          </a:solidFill>
          <a:latin typeface="Calibri" pitchFamily="34" charset="0"/>
          <a:ea typeface="+mn-ea"/>
          <a:cs typeface="+mn-cs"/>
        </a:defRPr>
      </a:lvl4pPr>
      <a:lvl5pPr marL="1644650" indent="-163513" algn="l" rtl="0" eaLnBrk="0" fontAlgn="base" hangingPunct="0">
        <a:spcBef>
          <a:spcPts val="300"/>
        </a:spcBef>
        <a:spcAft>
          <a:spcPct val="0"/>
        </a:spcAft>
        <a:buClr>
          <a:schemeClr val="tx1"/>
        </a:buClr>
        <a:buFont typeface="Calibri" panose="020F0502020204030204" pitchFamily="34" charset="0"/>
        <a:buChar char="‒"/>
        <a:defRPr sz="1200" kern="1200">
          <a:solidFill>
            <a:schemeClr val="tx1"/>
          </a:solidFill>
          <a:latin typeface="Calibri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55600" y="306388"/>
            <a:ext cx="10239375" cy="474662"/>
          </a:xfrm>
          <a:prstGeom prst="rect">
            <a:avLst/>
          </a:prstGeom>
        </p:spPr>
        <p:txBody>
          <a:bodyPr vert="horz" lIns="0" tIns="45720" rIns="0" bIns="0" rtlCol="0" anchor="b" anchorCtr="0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5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365125" y="1381125"/>
            <a:ext cx="11458575" cy="4937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45720" rIns="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2913" y="6561138"/>
            <a:ext cx="3741737" cy="236537"/>
          </a:xfrm>
          <a:prstGeom prst="rect">
            <a:avLst/>
          </a:prstGeom>
          <a:noFill/>
        </p:spPr>
        <p:txBody>
          <a:bodyPr wrap="none" lIns="0" tIns="41029" rIns="0" bIns="41029" anchor="ctr">
            <a:spAutoFit/>
          </a:bodyPr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000" cap="all" dirty="0">
                <a:solidFill>
                  <a:prstClr val="black"/>
                </a:solidFill>
                <a:latin typeface="Calibri"/>
              </a:rPr>
              <a:t>|  IP PLAN template   |   </a:t>
            </a:r>
            <a:fld id="{F9649FD6-C0F2-4A33-9D42-84E368792D73}" type="datetime4">
              <a:rPr lang="en-US" sz="1000" cap="all">
                <a:solidFill>
                  <a:prstClr val="black"/>
                </a:solidFill>
                <a:latin typeface="Calibri"/>
              </a:rPr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t>February 26, 2019</a:t>
            </a:fld>
            <a:r>
              <a:rPr lang="en-US" sz="1000" cap="all" dirty="0">
                <a:solidFill>
                  <a:prstClr val="black"/>
                </a:solidFill>
                <a:latin typeface="Calibri"/>
              </a:rPr>
              <a:t>   |   AMD Confidential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4788" y="6561138"/>
            <a:ext cx="150812" cy="236537"/>
          </a:xfrm>
          <a:prstGeom prst="rect">
            <a:avLst/>
          </a:prstGeom>
          <a:noFill/>
        </p:spPr>
        <p:txBody>
          <a:bodyPr wrap="none" lIns="0" tIns="41029" rIns="0" bIns="41029" anchor="ctr">
            <a:spAutoFit/>
          </a:bodyPr>
          <a:lstStyle/>
          <a:p>
            <a:pPr algn="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fld id="{A86BF26A-6954-4225-AB06-0CF0A630366C}" type="slidenum">
              <a:rPr lang="en-US" sz="1000" cap="all">
                <a:solidFill>
                  <a:prstClr val="black"/>
                </a:solidFill>
                <a:latin typeface="Calibri"/>
              </a:rPr>
              <a:pPr algn="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1000" cap="all" dirty="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2054" name="Picture 9"/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96538" y="344488"/>
            <a:ext cx="1601787" cy="469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4058" r:id="rId1"/>
    <p:sldLayoutId id="2147484047" r:id="rId2"/>
    <p:sldLayoutId id="2147484048" r:id="rId3"/>
    <p:sldLayoutId id="2147484049" r:id="rId4"/>
    <p:sldLayoutId id="2147484050" r:id="rId5"/>
    <p:sldLayoutId id="2147484051" r:id="rId6"/>
    <p:sldLayoutId id="2147484052" r:id="rId7"/>
    <p:sldLayoutId id="2147484053" r:id="rId8"/>
    <p:sldLayoutId id="2147484054" r:id="rId9"/>
    <p:sldLayoutId id="2147484059" r:id="rId10"/>
    <p:sldLayoutId id="2147484055" r:id="rId11"/>
    <p:sldLayoutId id="2147484060" r:id="rId12"/>
  </p:sldLayoutIdLst>
  <p:transition/>
  <p:hf sldNum="0" hdr="0" dt="0"/>
  <p:txStyles>
    <p:titleStyle>
      <a:lvl1pPr algn="l" rtl="0" fontAlgn="base">
        <a:spcBef>
          <a:spcPct val="0"/>
        </a:spcBef>
        <a:spcAft>
          <a:spcPct val="0"/>
        </a:spcAft>
        <a:defRPr sz="2600" kern="1200" cap="all">
          <a:solidFill>
            <a:schemeClr val="tx1"/>
          </a:solidFill>
          <a:latin typeface="Calibri" pitchFamily="34" charset="0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sz="2600">
          <a:solidFill>
            <a:schemeClr val="tx1"/>
          </a:solidFill>
          <a:latin typeface="Calibri" pitchFamily="34" charset="0"/>
        </a:defRPr>
      </a:lvl2pPr>
      <a:lvl3pPr algn="l" rtl="0" fontAlgn="base">
        <a:spcBef>
          <a:spcPct val="0"/>
        </a:spcBef>
        <a:spcAft>
          <a:spcPct val="0"/>
        </a:spcAft>
        <a:defRPr sz="2600">
          <a:solidFill>
            <a:schemeClr val="tx1"/>
          </a:solidFill>
          <a:latin typeface="Calibri" pitchFamily="34" charset="0"/>
        </a:defRPr>
      </a:lvl3pPr>
      <a:lvl4pPr algn="l" rtl="0" fontAlgn="base">
        <a:spcBef>
          <a:spcPct val="0"/>
        </a:spcBef>
        <a:spcAft>
          <a:spcPct val="0"/>
        </a:spcAft>
        <a:defRPr sz="2600">
          <a:solidFill>
            <a:schemeClr val="tx1"/>
          </a:solidFill>
          <a:latin typeface="Calibri" pitchFamily="34" charset="0"/>
        </a:defRPr>
      </a:lvl4pPr>
      <a:lvl5pPr algn="l" rtl="0" fontAlgn="base">
        <a:spcBef>
          <a:spcPct val="0"/>
        </a:spcBef>
        <a:spcAft>
          <a:spcPct val="0"/>
        </a:spcAft>
        <a:defRPr sz="2600">
          <a:solidFill>
            <a:schemeClr val="tx1"/>
          </a:solidFill>
          <a:latin typeface="Calibri" pitchFamily="34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800">
          <a:solidFill>
            <a:schemeClr val="tx1"/>
          </a:solidFill>
          <a:latin typeface="Calibri" pitchFamily="34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800">
          <a:solidFill>
            <a:schemeClr val="tx1"/>
          </a:solidFill>
          <a:latin typeface="Calibri" pitchFamily="34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800">
          <a:solidFill>
            <a:schemeClr val="tx1"/>
          </a:solidFill>
          <a:latin typeface="Calibri" pitchFamily="34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8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fontAlgn="base">
        <a:spcBef>
          <a:spcPts val="800"/>
        </a:spcBef>
        <a:spcAft>
          <a:spcPct val="0"/>
        </a:spcAft>
        <a:buClr>
          <a:schemeClr val="tx1"/>
        </a:buClr>
        <a:buFont typeface="Wingdings 3" panose="05040102010807070707" pitchFamily="18" charset="2"/>
        <a:buChar char=""/>
        <a:defRPr sz="2000" kern="1200">
          <a:solidFill>
            <a:schemeClr val="tx1"/>
          </a:solidFill>
          <a:latin typeface="Calibri" pitchFamily="34" charset="0"/>
          <a:ea typeface="+mn-ea"/>
          <a:cs typeface="+mn-cs"/>
        </a:defRPr>
      </a:lvl1pPr>
      <a:lvl2pPr marL="547688" indent="-180975" algn="l" rtl="0" fontAlgn="base">
        <a:spcBef>
          <a:spcPts val="300"/>
        </a:spcBef>
        <a:spcAft>
          <a:spcPct val="0"/>
        </a:spcAft>
        <a:buClr>
          <a:schemeClr val="tx1"/>
        </a:buClr>
        <a:buFont typeface="Calibri" panose="020F0502020204030204" pitchFamily="34" charset="0"/>
        <a:buChar char="‒"/>
        <a:defRPr kern="1200">
          <a:solidFill>
            <a:schemeClr val="tx1"/>
          </a:solidFill>
          <a:latin typeface="Calibri" pitchFamily="34" charset="0"/>
          <a:ea typeface="+mn-ea"/>
          <a:cs typeface="+mn-cs"/>
        </a:defRPr>
      </a:lvl2pPr>
      <a:lvl3pPr marL="914400" indent="-168275" algn="l" rtl="0" fontAlgn="base">
        <a:spcBef>
          <a:spcPts val="300"/>
        </a:spcBef>
        <a:spcAft>
          <a:spcPct val="0"/>
        </a:spcAft>
        <a:buClr>
          <a:schemeClr val="tx1"/>
        </a:buClr>
        <a:buFont typeface="Calibri" panose="020F0502020204030204" pitchFamily="34" charset="0"/>
        <a:buChar char="‒"/>
        <a:defRPr sz="1600" kern="1200">
          <a:solidFill>
            <a:schemeClr val="tx1"/>
          </a:solidFill>
          <a:latin typeface="Calibri" pitchFamily="34" charset="0"/>
          <a:ea typeface="+mn-ea"/>
          <a:cs typeface="+mn-cs"/>
        </a:defRPr>
      </a:lvl3pPr>
      <a:lvl4pPr marL="1371600" indent="-182563" algn="l" rtl="0" fontAlgn="base">
        <a:spcBef>
          <a:spcPts val="300"/>
        </a:spcBef>
        <a:spcAft>
          <a:spcPct val="0"/>
        </a:spcAft>
        <a:buClr>
          <a:schemeClr val="tx1"/>
        </a:buClr>
        <a:buFont typeface="Calibri" panose="020F0502020204030204" pitchFamily="34" charset="0"/>
        <a:buChar char="‒"/>
        <a:defRPr sz="1200" kern="1200">
          <a:solidFill>
            <a:schemeClr val="tx1"/>
          </a:solidFill>
          <a:latin typeface="Calibri" pitchFamily="34" charset="0"/>
          <a:ea typeface="+mn-ea"/>
          <a:cs typeface="+mn-cs"/>
        </a:defRPr>
      </a:lvl4pPr>
      <a:lvl5pPr marL="1644650" indent="-163513" algn="l" rtl="0" fontAlgn="base">
        <a:spcBef>
          <a:spcPts val="300"/>
        </a:spcBef>
        <a:spcAft>
          <a:spcPct val="0"/>
        </a:spcAft>
        <a:buClr>
          <a:schemeClr val="tx1"/>
        </a:buClr>
        <a:buFont typeface="Calibri" panose="020F0502020204030204" pitchFamily="34" charset="0"/>
        <a:buChar char="‒"/>
        <a:defRPr sz="1200" kern="1200">
          <a:solidFill>
            <a:schemeClr val="tx1"/>
          </a:solidFill>
          <a:latin typeface="Calibri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.png"/><Relationship Id="rId5" Type="http://schemas.openxmlformats.org/officeDocument/2006/relationships/image" Target="../media/image6.tmp"/><Relationship Id="rId4" Type="http://schemas.openxmlformats.org/officeDocument/2006/relationships/image" Target="../media/image5.tmp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4" Type="http://schemas.openxmlformats.org/officeDocument/2006/relationships/chart" Target="../charts/char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4" Type="http://schemas.openxmlformats.org/officeDocument/2006/relationships/image" Target="cid:image007.png@01D4B823.6E343B70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/>
          <p:cNvSpPr>
            <a:spLocks noGrp="1"/>
          </p:cNvSpPr>
          <p:nvPr>
            <p:ph type="ctrTitle"/>
          </p:nvPr>
        </p:nvSpPr>
        <p:spPr>
          <a:xfrm>
            <a:off x="5953125" y="4870450"/>
            <a:ext cx="5486400" cy="823913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zh-CN" dirty="0"/>
              <a:t>TensileConv update </a:t>
            </a:r>
            <a:endParaRPr dirty="0"/>
          </a:p>
        </p:txBody>
      </p:sp>
      <p:sp>
        <p:nvSpPr>
          <p:cNvPr id="10" name="Subtitle 9"/>
          <p:cNvSpPr>
            <a:spLocks noGrp="1"/>
          </p:cNvSpPr>
          <p:nvPr>
            <p:ph type="subTitle" idx="1"/>
          </p:nvPr>
        </p:nvSpPr>
        <p:spPr>
          <a:xfrm>
            <a:off x="6867525" y="5762625"/>
            <a:ext cx="4572000" cy="639763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zh-CN" dirty="0" err="1"/>
              <a:t>Wong,Fei</a:t>
            </a:r>
            <a:endParaRPr lang="en-US" altLang="zh-CN" dirty="0"/>
          </a:p>
          <a:p>
            <a:pPr eaLnBrk="1" hangingPunct="1">
              <a:defRPr/>
            </a:pPr>
            <a:r>
              <a:rPr lang="en-US" altLang="zh-CN" dirty="0"/>
              <a:t>Feb. 2019</a:t>
            </a:r>
            <a:endParaRPr lang="en-US" dirty="0"/>
          </a:p>
        </p:txBody>
      </p:sp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/>
          <p:cNvSpPr>
            <a:spLocks noGrp="1"/>
          </p:cNvSpPr>
          <p:nvPr>
            <p:ph type="title"/>
          </p:nvPr>
        </p:nvSpPr>
        <p:spPr>
          <a:xfrm>
            <a:off x="312738" y="101259"/>
            <a:ext cx="10423525" cy="474662"/>
          </a:xfrm>
        </p:spPr>
        <p:txBody>
          <a:bodyPr/>
          <a:lstStyle/>
          <a:p>
            <a:pPr eaLnBrk="1" hangingPunct="1">
              <a:defRPr/>
            </a:pPr>
            <a:r>
              <a:rPr lang="en-US" b="1" dirty="0"/>
              <a:t> </a:t>
            </a:r>
            <a:r>
              <a:rPr lang="en-US" altLang="zh-CN" b="1" dirty="0"/>
              <a:t>outline</a:t>
            </a:r>
            <a:endParaRPr b="1" dirty="0"/>
          </a:p>
        </p:txBody>
      </p:sp>
      <p:sp>
        <p:nvSpPr>
          <p:cNvPr id="12291" name="Content Placeholder 11"/>
          <p:cNvSpPr>
            <a:spLocks noGrp="1"/>
          </p:cNvSpPr>
          <p:nvPr>
            <p:ph idx="1"/>
          </p:nvPr>
        </p:nvSpPr>
        <p:spPr>
          <a:xfrm>
            <a:off x="312738" y="655638"/>
            <a:ext cx="5553075" cy="5947293"/>
          </a:xfrm>
        </p:spPr>
        <p:txBody>
          <a:bodyPr/>
          <a:lstStyle/>
          <a:p>
            <a:pPr eaLnBrk="1" hangingPunct="1"/>
            <a:r>
              <a:rPr lang="en-US" altLang="zh-CN" dirty="0"/>
              <a:t>Pre-work</a:t>
            </a:r>
          </a:p>
          <a:p>
            <a:pPr eaLnBrk="1" hangingPunct="1"/>
            <a:r>
              <a:rPr lang="en-US" altLang="zh-CN" dirty="0"/>
              <a:t>Status</a:t>
            </a:r>
          </a:p>
          <a:p>
            <a:pPr eaLnBrk="1" hangingPunct="1"/>
            <a:r>
              <a:rPr lang="en-US" altLang="zh-CN" dirty="0"/>
              <a:t>Performance </a:t>
            </a:r>
          </a:p>
          <a:p>
            <a:pPr eaLnBrk="1" hangingPunct="1"/>
            <a:r>
              <a:rPr lang="en-US" altLang="zh-CN" dirty="0"/>
              <a:t>Auto Tuning </a:t>
            </a:r>
          </a:p>
          <a:p>
            <a:pPr eaLnBrk="1" hangingPunct="1"/>
            <a:r>
              <a:rPr lang="en-US" altLang="zh-CN" dirty="0"/>
              <a:t>Future Work</a:t>
            </a:r>
          </a:p>
          <a:p>
            <a:pPr eaLnBrk="1" hangingPunct="1"/>
            <a:endParaRPr lang="en-US" dirty="0"/>
          </a:p>
        </p:txBody>
      </p:sp>
    </p:spTree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2A2C9B03-5BE1-4511-AC15-56D68EF411D5}"/>
              </a:ext>
            </a:extLst>
          </p:cNvPr>
          <p:cNvSpPr txBox="1">
            <a:spLocks/>
          </p:cNvSpPr>
          <p:nvPr/>
        </p:nvSpPr>
        <p:spPr bwMode="auto">
          <a:xfrm>
            <a:off x="308227" y="655637"/>
            <a:ext cx="11452084" cy="5824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45720" rIns="0" bIns="45720" numCol="1" anchor="t" anchorCtr="0" compatLnSpc="1">
            <a:prstTxWarp prst="textNoShape">
              <a:avLst/>
            </a:prstTxWarp>
            <a:noAutofit/>
          </a:bodyPr>
          <a:lstStyle>
            <a:lvl1pPr marL="0" indent="0" algn="l" rtl="0" eaLnBrk="0" fontAlgn="base" hangingPunct="0">
              <a:spcBef>
                <a:spcPts val="800"/>
              </a:spcBef>
              <a:spcAft>
                <a:spcPct val="0"/>
              </a:spcAft>
              <a:buClr>
                <a:schemeClr val="tx1"/>
              </a:buClr>
              <a:buFont typeface="Wingdings 3" panose="05040102010807070707" pitchFamily="18" charset="2"/>
              <a:buNone/>
              <a:defRPr sz="1999" b="1" kern="1200">
                <a:solidFill>
                  <a:schemeClr val="tx1"/>
                </a:solidFill>
                <a:latin typeface="Calibri" pitchFamily="34" charset="0"/>
                <a:ea typeface="+mn-ea"/>
                <a:cs typeface="+mn-cs"/>
              </a:defRPr>
            </a:lvl1pPr>
            <a:lvl2pPr marL="457063" indent="0" algn="l" rtl="0" eaLnBrk="0" fontAlgn="base" hangingPunct="0">
              <a:spcBef>
                <a:spcPts val="300"/>
              </a:spcBef>
              <a:spcAft>
                <a:spcPct val="0"/>
              </a:spcAft>
              <a:buClr>
                <a:schemeClr val="tx1"/>
              </a:buClr>
              <a:buFont typeface="Calibri" panose="020F0502020204030204" pitchFamily="34" charset="0"/>
              <a:buNone/>
              <a:defRPr sz="1999" b="1" kern="1200">
                <a:solidFill>
                  <a:schemeClr val="tx1"/>
                </a:solidFill>
                <a:latin typeface="Calibri" pitchFamily="34" charset="0"/>
                <a:ea typeface="+mn-ea"/>
                <a:cs typeface="+mn-cs"/>
              </a:defRPr>
            </a:lvl2pPr>
            <a:lvl3pPr marL="914126" indent="0" algn="l" rtl="0" eaLnBrk="0" fontAlgn="base" hangingPunct="0">
              <a:spcBef>
                <a:spcPts val="300"/>
              </a:spcBef>
              <a:spcAft>
                <a:spcPct val="0"/>
              </a:spcAft>
              <a:buClr>
                <a:schemeClr val="tx1"/>
              </a:buClr>
              <a:buFont typeface="Calibri" panose="020F0502020204030204" pitchFamily="34" charset="0"/>
              <a:buNone/>
              <a:defRPr sz="1799" b="1" kern="1200">
                <a:solidFill>
                  <a:schemeClr val="tx1"/>
                </a:solidFill>
                <a:latin typeface="Calibri" pitchFamily="34" charset="0"/>
                <a:ea typeface="+mn-ea"/>
                <a:cs typeface="+mn-cs"/>
              </a:defRPr>
            </a:lvl3pPr>
            <a:lvl4pPr marL="1371189" indent="0" algn="l" rtl="0" eaLnBrk="0" fontAlgn="base" hangingPunct="0">
              <a:spcBef>
                <a:spcPts val="300"/>
              </a:spcBef>
              <a:spcAft>
                <a:spcPct val="0"/>
              </a:spcAft>
              <a:buClr>
                <a:schemeClr val="tx1"/>
              </a:buClr>
              <a:buFont typeface="Calibri" panose="020F0502020204030204" pitchFamily="34" charset="0"/>
              <a:buNone/>
              <a:defRPr sz="1600" b="1" kern="1200">
                <a:solidFill>
                  <a:schemeClr val="tx1"/>
                </a:solidFill>
                <a:latin typeface="Calibri" pitchFamily="34" charset="0"/>
                <a:ea typeface="+mn-ea"/>
                <a:cs typeface="+mn-cs"/>
              </a:defRPr>
            </a:lvl4pPr>
            <a:lvl5pPr marL="1828251" indent="0" algn="l" rtl="0" eaLnBrk="0" fontAlgn="base" hangingPunct="0">
              <a:spcBef>
                <a:spcPts val="300"/>
              </a:spcBef>
              <a:spcAft>
                <a:spcPct val="0"/>
              </a:spcAft>
              <a:buClr>
                <a:schemeClr val="tx1"/>
              </a:buClr>
              <a:buFont typeface="Calibri" panose="020F0502020204030204" pitchFamily="34" charset="0"/>
              <a:buNone/>
              <a:defRPr sz="1600" b="1" kern="1200">
                <a:solidFill>
                  <a:schemeClr val="tx1"/>
                </a:solidFill>
                <a:latin typeface="Calibri" pitchFamily="34" charset="0"/>
                <a:ea typeface="+mn-ea"/>
                <a:cs typeface="+mn-cs"/>
              </a:defRPr>
            </a:lvl5pPr>
            <a:lvl6pPr marL="2285314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377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440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503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722313" lvl="1" indent="-342900">
              <a:buFont typeface="Arial" panose="020B0604020202020204" pitchFamily="34" charset="0"/>
              <a:buChar char="•"/>
            </a:pPr>
            <a:r>
              <a:rPr lang="en-US" altLang="zh-CN" dirty="0"/>
              <a:t>Tensile Conv use a Auto-Tuning method which is to auto generate convolution 1x1 forward kernel code and achieve peak performance </a:t>
            </a:r>
          </a:p>
          <a:p>
            <a:pPr marL="1179376" lvl="2" indent="-342900">
              <a:buFont typeface="Arial" panose="020B0604020202020204" pitchFamily="34" charset="0"/>
              <a:buChar char="•"/>
            </a:pPr>
            <a:r>
              <a:rPr lang="en-US" altLang="zh-CN" dirty="0"/>
              <a:t>Kernel generation: gfx900</a:t>
            </a:r>
          </a:p>
          <a:p>
            <a:pPr marL="1179376" lvl="2" indent="-342900">
              <a:buFont typeface="Arial" panose="020B0604020202020204" pitchFamily="34" charset="0"/>
              <a:buChar char="•"/>
            </a:pPr>
            <a:r>
              <a:rPr lang="en-US" altLang="zh-CN" dirty="0"/>
              <a:t>Auto tuning: brute</a:t>
            </a:r>
          </a:p>
          <a:p>
            <a:pPr marL="1179376" lvl="2" indent="-342900">
              <a:buFont typeface="Arial" panose="020B0604020202020204" pitchFamily="34" charset="0"/>
              <a:buChar char="•"/>
            </a:pPr>
            <a:r>
              <a:rPr lang="en-US" altLang="zh-CN" dirty="0"/>
              <a:t>Prefetch method</a:t>
            </a:r>
          </a:p>
        </p:txBody>
      </p:sp>
      <p:sp>
        <p:nvSpPr>
          <p:cNvPr id="10" name="Title 4"/>
          <p:cNvSpPr txBox="1">
            <a:spLocks/>
          </p:cNvSpPr>
          <p:nvPr/>
        </p:nvSpPr>
        <p:spPr>
          <a:xfrm>
            <a:off x="428514" y="110403"/>
            <a:ext cx="11331798" cy="545235"/>
          </a:xfrm>
          <a:prstGeom prst="rect">
            <a:avLst/>
          </a:prstGeom>
        </p:spPr>
        <p:txBody>
          <a:bodyPr/>
          <a:lstStyle>
            <a:lvl1pPr algn="l" defTabSz="912813" rtl="0" eaLnBrk="0" fontAlgn="base" hangingPunct="0">
              <a:spcBef>
                <a:spcPct val="0"/>
              </a:spcBef>
              <a:spcAft>
                <a:spcPct val="0"/>
              </a:spcAft>
              <a:defRPr lang="en-US" sz="2200" b="1" i="1" kern="1200" cap="all" dirty="0">
                <a:solidFill>
                  <a:schemeClr val="tx2"/>
                </a:solidFill>
                <a:latin typeface="Arial" pitchFamily="34" charset="0"/>
                <a:ea typeface="+mj-ea"/>
                <a:cs typeface="Arial" pitchFamily="34" charset="0"/>
              </a:defRPr>
            </a:lvl1pPr>
            <a:lvl2pPr algn="l" defTabSz="912813" rtl="0" eaLnBrk="0" fontAlgn="base" hangingPunct="0">
              <a:spcBef>
                <a:spcPct val="0"/>
              </a:spcBef>
              <a:spcAft>
                <a:spcPct val="0"/>
              </a:spcAft>
              <a:defRPr sz="2200" b="1" i="1">
                <a:solidFill>
                  <a:schemeClr val="tx2"/>
                </a:solidFill>
                <a:latin typeface="Arial" charset="0"/>
                <a:cs typeface="Arial" charset="0"/>
              </a:defRPr>
            </a:lvl2pPr>
            <a:lvl3pPr algn="l" defTabSz="912813" rtl="0" eaLnBrk="0" fontAlgn="base" hangingPunct="0">
              <a:spcBef>
                <a:spcPct val="0"/>
              </a:spcBef>
              <a:spcAft>
                <a:spcPct val="0"/>
              </a:spcAft>
              <a:defRPr sz="2200" b="1" i="1">
                <a:solidFill>
                  <a:schemeClr val="tx2"/>
                </a:solidFill>
                <a:latin typeface="Arial" charset="0"/>
                <a:cs typeface="Arial" charset="0"/>
              </a:defRPr>
            </a:lvl3pPr>
            <a:lvl4pPr algn="l" defTabSz="912813" rtl="0" eaLnBrk="0" fontAlgn="base" hangingPunct="0">
              <a:spcBef>
                <a:spcPct val="0"/>
              </a:spcBef>
              <a:spcAft>
                <a:spcPct val="0"/>
              </a:spcAft>
              <a:defRPr sz="2200" b="1" i="1">
                <a:solidFill>
                  <a:schemeClr val="tx2"/>
                </a:solidFill>
                <a:latin typeface="Arial" charset="0"/>
                <a:cs typeface="Arial" charset="0"/>
              </a:defRPr>
            </a:lvl4pPr>
            <a:lvl5pPr algn="l" defTabSz="912813" rtl="0" eaLnBrk="0" fontAlgn="base" hangingPunct="0">
              <a:spcBef>
                <a:spcPct val="0"/>
              </a:spcBef>
              <a:spcAft>
                <a:spcPct val="0"/>
              </a:spcAft>
              <a:defRPr sz="2200" b="1" i="1">
                <a:solidFill>
                  <a:schemeClr val="tx2"/>
                </a:solidFill>
                <a:latin typeface="Arial" charset="0"/>
                <a:cs typeface="Arial" charset="0"/>
              </a:defRPr>
            </a:lvl5pPr>
            <a:lvl6pPr marL="457200" algn="l" defTabSz="912813" rtl="0" fontAlgn="base">
              <a:spcBef>
                <a:spcPct val="0"/>
              </a:spcBef>
              <a:spcAft>
                <a:spcPct val="0"/>
              </a:spcAft>
              <a:defRPr sz="2200" b="1" i="1">
                <a:solidFill>
                  <a:schemeClr val="tx2"/>
                </a:solidFill>
                <a:latin typeface="Arial" charset="0"/>
                <a:cs typeface="Arial" charset="0"/>
              </a:defRPr>
            </a:lvl6pPr>
            <a:lvl7pPr marL="914400" algn="l" defTabSz="912813" rtl="0" fontAlgn="base">
              <a:spcBef>
                <a:spcPct val="0"/>
              </a:spcBef>
              <a:spcAft>
                <a:spcPct val="0"/>
              </a:spcAft>
              <a:defRPr sz="2200" b="1" i="1">
                <a:solidFill>
                  <a:schemeClr val="tx2"/>
                </a:solidFill>
                <a:latin typeface="Arial" charset="0"/>
                <a:cs typeface="Arial" charset="0"/>
              </a:defRPr>
            </a:lvl7pPr>
            <a:lvl8pPr marL="1371600" algn="l" defTabSz="912813" rtl="0" fontAlgn="base">
              <a:spcBef>
                <a:spcPct val="0"/>
              </a:spcBef>
              <a:spcAft>
                <a:spcPct val="0"/>
              </a:spcAft>
              <a:defRPr sz="2200" b="1" i="1">
                <a:solidFill>
                  <a:schemeClr val="tx2"/>
                </a:solidFill>
                <a:latin typeface="Arial" charset="0"/>
                <a:cs typeface="Arial" charset="0"/>
              </a:defRPr>
            </a:lvl8pPr>
            <a:lvl9pPr marL="1828800" algn="l" defTabSz="912813" rtl="0" fontAlgn="base">
              <a:spcBef>
                <a:spcPct val="0"/>
              </a:spcBef>
              <a:spcAft>
                <a:spcPct val="0"/>
              </a:spcAft>
              <a:defRPr sz="2200" b="1" i="1">
                <a:solidFill>
                  <a:schemeClr val="tx2"/>
                </a:solidFill>
                <a:latin typeface="Arial" charset="0"/>
                <a:cs typeface="Arial" charset="0"/>
              </a:defRPr>
            </a:lvl9pPr>
          </a:lstStyle>
          <a:p>
            <a:pPr>
              <a:defRPr/>
            </a:pPr>
            <a:r>
              <a:rPr lang="en-US" altLang="zh-CN" sz="2600" i="0" dirty="0">
                <a:solidFill>
                  <a:schemeClr val="tx1"/>
                </a:solidFill>
                <a:latin typeface="Calibri" pitchFamily="34" charset="0"/>
                <a:cs typeface="+mj-cs"/>
              </a:rPr>
              <a:t>Pre-work</a:t>
            </a:r>
            <a:endParaRPr lang="en-US" sz="2600" i="0" dirty="0">
              <a:solidFill>
                <a:schemeClr val="tx1"/>
              </a:solidFill>
              <a:latin typeface="Calibri" pitchFamily="34" charset="0"/>
              <a:cs typeface="+mj-cs"/>
            </a:endParaRP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21009C73-91DF-44F3-801A-A97C607B3428}"/>
              </a:ext>
            </a:extLst>
          </p:cNvPr>
          <p:cNvSpPr txBox="1">
            <a:spLocks/>
          </p:cNvSpPr>
          <p:nvPr/>
        </p:nvSpPr>
        <p:spPr bwMode="auto">
          <a:xfrm>
            <a:off x="771779" y="2511138"/>
            <a:ext cx="3095466" cy="402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45720" rIns="0" bIns="45720" numCol="1" anchor="t" anchorCtr="0" compatLnSpc="1">
            <a:prstTxWarp prst="textNoShape">
              <a:avLst/>
            </a:prstTxWarp>
            <a:noAutofit/>
          </a:bodyPr>
          <a:lstStyle>
            <a:lvl1pPr marL="0" indent="0" algn="l" rtl="0" eaLnBrk="0" fontAlgn="base" hangingPunct="0">
              <a:spcBef>
                <a:spcPts val="800"/>
              </a:spcBef>
              <a:spcAft>
                <a:spcPct val="0"/>
              </a:spcAft>
              <a:buClr>
                <a:schemeClr val="tx1"/>
              </a:buClr>
              <a:buFont typeface="Wingdings 3" panose="05040102010807070707" pitchFamily="18" charset="2"/>
              <a:buNone/>
              <a:defRPr sz="1999" b="1" kern="1200">
                <a:solidFill>
                  <a:schemeClr val="tx1"/>
                </a:solidFill>
                <a:latin typeface="Calibri" pitchFamily="34" charset="0"/>
                <a:ea typeface="+mn-ea"/>
                <a:cs typeface="+mn-cs"/>
              </a:defRPr>
            </a:lvl1pPr>
            <a:lvl2pPr marL="457063" indent="0" algn="l" rtl="0" eaLnBrk="0" fontAlgn="base" hangingPunct="0">
              <a:spcBef>
                <a:spcPts val="300"/>
              </a:spcBef>
              <a:spcAft>
                <a:spcPct val="0"/>
              </a:spcAft>
              <a:buClr>
                <a:schemeClr val="tx1"/>
              </a:buClr>
              <a:buFont typeface="Calibri" panose="020F0502020204030204" pitchFamily="34" charset="0"/>
              <a:buNone/>
              <a:defRPr sz="1999" b="1" kern="1200">
                <a:solidFill>
                  <a:schemeClr val="tx1"/>
                </a:solidFill>
                <a:latin typeface="Calibri" pitchFamily="34" charset="0"/>
                <a:ea typeface="+mn-ea"/>
                <a:cs typeface="+mn-cs"/>
              </a:defRPr>
            </a:lvl2pPr>
            <a:lvl3pPr marL="914126" indent="0" algn="l" rtl="0" eaLnBrk="0" fontAlgn="base" hangingPunct="0">
              <a:spcBef>
                <a:spcPts val="300"/>
              </a:spcBef>
              <a:spcAft>
                <a:spcPct val="0"/>
              </a:spcAft>
              <a:buClr>
                <a:schemeClr val="tx1"/>
              </a:buClr>
              <a:buFont typeface="Calibri" panose="020F0502020204030204" pitchFamily="34" charset="0"/>
              <a:buNone/>
              <a:defRPr sz="1799" b="1" kern="1200">
                <a:solidFill>
                  <a:schemeClr val="tx1"/>
                </a:solidFill>
                <a:latin typeface="Calibri" pitchFamily="34" charset="0"/>
                <a:ea typeface="+mn-ea"/>
                <a:cs typeface="+mn-cs"/>
              </a:defRPr>
            </a:lvl3pPr>
            <a:lvl4pPr marL="1371189" indent="0" algn="l" rtl="0" eaLnBrk="0" fontAlgn="base" hangingPunct="0">
              <a:spcBef>
                <a:spcPts val="300"/>
              </a:spcBef>
              <a:spcAft>
                <a:spcPct val="0"/>
              </a:spcAft>
              <a:buClr>
                <a:schemeClr val="tx1"/>
              </a:buClr>
              <a:buFont typeface="Calibri" panose="020F0502020204030204" pitchFamily="34" charset="0"/>
              <a:buNone/>
              <a:defRPr sz="1600" b="1" kern="1200">
                <a:solidFill>
                  <a:schemeClr val="tx1"/>
                </a:solidFill>
                <a:latin typeface="Calibri" pitchFamily="34" charset="0"/>
                <a:ea typeface="+mn-ea"/>
                <a:cs typeface="+mn-cs"/>
              </a:defRPr>
            </a:lvl4pPr>
            <a:lvl5pPr marL="1828251" indent="0" algn="l" rtl="0" eaLnBrk="0" fontAlgn="base" hangingPunct="0">
              <a:spcBef>
                <a:spcPts val="300"/>
              </a:spcBef>
              <a:spcAft>
                <a:spcPct val="0"/>
              </a:spcAft>
              <a:buClr>
                <a:schemeClr val="tx1"/>
              </a:buClr>
              <a:buFont typeface="Calibri" panose="020F0502020204030204" pitchFamily="34" charset="0"/>
              <a:buNone/>
              <a:defRPr sz="1600" b="1" kern="1200">
                <a:solidFill>
                  <a:schemeClr val="tx1"/>
                </a:solidFill>
                <a:latin typeface="Calibri" pitchFamily="34" charset="0"/>
                <a:ea typeface="+mn-ea"/>
                <a:cs typeface="+mn-cs"/>
              </a:defRPr>
            </a:lvl5pPr>
            <a:lvl6pPr marL="2285314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377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440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503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665163" lvl="1" indent="-285750">
              <a:buFont typeface="Arial" panose="020B0604020202020204" pitchFamily="34" charset="0"/>
              <a:buChar char="•"/>
            </a:pPr>
            <a:r>
              <a:rPr lang="en-US" altLang="zh-CN" sz="1600" dirty="0"/>
              <a:t>Thread trace without  prefetch : 169528 cycle</a:t>
            </a:r>
            <a:endParaRPr lang="en-US" altLang="zh-CN" sz="1400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14255EA1-64E3-40BC-AB60-7CCD6337B345}"/>
              </a:ext>
            </a:extLst>
          </p:cNvPr>
          <p:cNvGrpSpPr/>
          <p:nvPr/>
        </p:nvGrpSpPr>
        <p:grpSpPr>
          <a:xfrm>
            <a:off x="308228" y="2836445"/>
            <a:ext cx="6473752" cy="3365918"/>
            <a:chOff x="308228" y="2836445"/>
            <a:chExt cx="6473752" cy="336591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D341104F-C27A-4026-BCC0-236ADE23E87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128679" y="2836445"/>
              <a:ext cx="2630764" cy="673838"/>
            </a:xfrm>
            <a:prstGeom prst="rect">
              <a:avLst/>
            </a:prstGeom>
          </p:spPr>
        </p:pic>
        <p:sp>
          <p:nvSpPr>
            <p:cNvPr id="6" name="Content Placeholder 2">
              <a:extLst>
                <a:ext uri="{FF2B5EF4-FFF2-40B4-BE49-F238E27FC236}">
                  <a16:creationId xmlns:a16="http://schemas.microsoft.com/office/drawing/2014/main" id="{D3EBB281-8325-4B1B-B053-D7A460705E3A}"/>
                </a:ext>
              </a:extLst>
            </p:cNvPr>
            <p:cNvSpPr txBox="1">
              <a:spLocks/>
            </p:cNvSpPr>
            <p:nvPr/>
          </p:nvSpPr>
          <p:spPr bwMode="auto">
            <a:xfrm>
              <a:off x="508282" y="4477111"/>
              <a:ext cx="3095465" cy="4309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0" tIns="45720" rIns="0" bIns="45720" numCol="1" anchor="t" anchorCtr="0" compatLnSpc="1">
              <a:prstTxWarp prst="textNoShape">
                <a:avLst/>
              </a:prstTxWarp>
              <a:noAutofit/>
            </a:bodyPr>
            <a:lstStyle>
              <a:lvl1pPr marL="0" indent="0" algn="l" rtl="0" eaLnBrk="0" fontAlgn="base" hangingPunct="0">
                <a:spcBef>
                  <a:spcPts val="800"/>
                </a:spcBef>
                <a:spcAft>
                  <a:spcPct val="0"/>
                </a:spcAft>
                <a:buClr>
                  <a:schemeClr val="tx1"/>
                </a:buClr>
                <a:buFont typeface="Wingdings 3" panose="05040102010807070707" pitchFamily="18" charset="2"/>
                <a:buNone/>
                <a:defRPr sz="1999" b="1" kern="1200">
                  <a:solidFill>
                    <a:schemeClr val="tx1"/>
                  </a:solidFill>
                  <a:latin typeface="Calibri" pitchFamily="34" charset="0"/>
                  <a:ea typeface="+mn-ea"/>
                  <a:cs typeface="+mn-cs"/>
                </a:defRPr>
              </a:lvl1pPr>
              <a:lvl2pPr marL="457063" indent="0" algn="l" rtl="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tx1"/>
                </a:buClr>
                <a:buFont typeface="Calibri" panose="020F0502020204030204" pitchFamily="34" charset="0"/>
                <a:buNone/>
                <a:defRPr sz="1999" b="1" kern="1200">
                  <a:solidFill>
                    <a:schemeClr val="tx1"/>
                  </a:solidFill>
                  <a:latin typeface="Calibri" pitchFamily="34" charset="0"/>
                  <a:ea typeface="+mn-ea"/>
                  <a:cs typeface="+mn-cs"/>
                </a:defRPr>
              </a:lvl2pPr>
              <a:lvl3pPr marL="914126" indent="0" algn="l" rtl="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tx1"/>
                </a:buClr>
                <a:buFont typeface="Calibri" panose="020F0502020204030204" pitchFamily="34" charset="0"/>
                <a:buNone/>
                <a:defRPr sz="1799" b="1" kern="1200">
                  <a:solidFill>
                    <a:schemeClr val="tx1"/>
                  </a:solidFill>
                  <a:latin typeface="Calibri" pitchFamily="34" charset="0"/>
                  <a:ea typeface="+mn-ea"/>
                  <a:cs typeface="+mn-cs"/>
                </a:defRPr>
              </a:lvl3pPr>
              <a:lvl4pPr marL="1371189" indent="0" algn="l" rtl="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tx1"/>
                </a:buClr>
                <a:buFont typeface="Calibri" panose="020F0502020204030204" pitchFamily="34" charset="0"/>
                <a:buNone/>
                <a:defRPr sz="1600" b="1" kern="1200">
                  <a:solidFill>
                    <a:schemeClr val="tx1"/>
                  </a:solidFill>
                  <a:latin typeface="Calibri" pitchFamily="34" charset="0"/>
                  <a:ea typeface="+mn-ea"/>
                  <a:cs typeface="+mn-cs"/>
                </a:defRPr>
              </a:lvl4pPr>
              <a:lvl5pPr marL="1828251" indent="0" algn="l" rtl="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tx1"/>
                </a:buClr>
                <a:buFont typeface="Calibri" panose="020F0502020204030204" pitchFamily="34" charset="0"/>
                <a:buNone/>
                <a:defRPr sz="1600" b="1" kern="1200">
                  <a:solidFill>
                    <a:schemeClr val="tx1"/>
                  </a:solidFill>
                  <a:latin typeface="Calibri" pitchFamily="34" charset="0"/>
                  <a:ea typeface="+mn-ea"/>
                  <a:cs typeface="+mn-cs"/>
                </a:defRPr>
              </a:lvl5pPr>
              <a:lvl6pPr marL="2285314" indent="0" algn="l" defTabSz="914400" rtl="0" eaLnBrk="1" latinLnBrk="0" hangingPunct="1">
                <a:spcBef>
                  <a:spcPct val="20000"/>
                </a:spcBef>
                <a:buFont typeface="Arial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2377" indent="0" algn="l" defTabSz="914400" rtl="0" eaLnBrk="1" latinLnBrk="0" hangingPunct="1">
                <a:spcBef>
                  <a:spcPct val="20000"/>
                </a:spcBef>
                <a:buFont typeface="Arial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199440" indent="0" algn="l" defTabSz="914400" rtl="0" eaLnBrk="1" latinLnBrk="0" hangingPunct="1">
                <a:spcBef>
                  <a:spcPct val="20000"/>
                </a:spcBef>
                <a:buFont typeface="Arial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6503" indent="0" algn="l" defTabSz="914400" rtl="0" eaLnBrk="1" latinLnBrk="0" hangingPunct="1">
                <a:spcBef>
                  <a:spcPct val="20000"/>
                </a:spcBef>
                <a:buFont typeface="Arial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665163" lvl="1" indent="-285750">
                <a:buFont typeface="Arial" panose="020B0604020202020204" pitchFamily="34" charset="0"/>
                <a:buChar char="•"/>
              </a:pPr>
              <a:r>
                <a:rPr lang="en-US" altLang="zh-CN" sz="1600" dirty="0"/>
                <a:t>Thread trace with prefetch : 102296 cycle</a:t>
              </a:r>
            </a:p>
            <a:p>
              <a:pPr marL="1122226" lvl="2" indent="-285750">
                <a:buFont typeface="Arial" panose="020B0604020202020204" pitchFamily="34" charset="0"/>
                <a:buChar char="•"/>
              </a:pPr>
              <a:r>
                <a:rPr lang="en-US" altLang="zh-CN" sz="1400" dirty="0"/>
                <a:t>Weight hit in SQC for each Conv  loop </a:t>
              </a:r>
              <a:endParaRPr lang="en-US" sz="1400" dirty="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9A7BA6B6-B5B0-433F-BEE2-D8F6AFC0159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228" y="3064716"/>
              <a:ext cx="4022569" cy="1132641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34C9B50D-6B5E-4A41-9795-906E0B1583E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228" y="5011095"/>
              <a:ext cx="4106195" cy="1191268"/>
            </a:xfrm>
            <a:prstGeom prst="rect">
              <a:avLst/>
            </a:prstGeom>
          </p:spPr>
        </p:pic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20F55A8-9C96-4DB6-958F-6D3A3AF0C268}"/>
                </a:ext>
              </a:extLst>
            </p:cNvPr>
            <p:cNvSpPr/>
            <p:nvPr/>
          </p:nvSpPr>
          <p:spPr>
            <a:xfrm>
              <a:off x="1716037" y="3762594"/>
              <a:ext cx="1206951" cy="353283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r>
                <a:rPr lang="en-US" sz="2400" dirty="0">
                  <a:solidFill>
                    <a:srgbClr val="ED1C24"/>
                  </a:solidFill>
                </a:rPr>
                <a:t>169528 </a:t>
              </a:r>
              <a:r>
                <a:rPr lang="en-US" altLang="zh-CN" sz="2400" dirty="0">
                  <a:solidFill>
                    <a:srgbClr val="ED1C24"/>
                  </a:solidFill>
                </a:rPr>
                <a:t>cycle </a:t>
              </a:r>
              <a:endParaRPr lang="en-US" sz="2400" dirty="0">
                <a:solidFill>
                  <a:srgbClr val="ED1C24"/>
                </a:solidFill>
              </a:endParaRP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B7CCF3F3-C789-4E39-8BE4-FF2B614F1365}"/>
                </a:ext>
              </a:extLst>
            </p:cNvPr>
            <p:cNvCxnSpPr>
              <a:cxnSpLocks/>
            </p:cNvCxnSpPr>
            <p:nvPr/>
          </p:nvCxnSpPr>
          <p:spPr>
            <a:xfrm>
              <a:off x="2806925" y="3969758"/>
              <a:ext cx="1175039" cy="0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1A7A77F9-F05A-40F1-AD34-533D00CEFD0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01479" y="3963760"/>
              <a:ext cx="912339" cy="0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A48B670B-A0CE-41F6-B649-2CC2AF6FA733}"/>
                </a:ext>
              </a:extLst>
            </p:cNvPr>
            <p:cNvSpPr/>
            <p:nvPr/>
          </p:nvSpPr>
          <p:spPr>
            <a:xfrm>
              <a:off x="3348568" y="3064716"/>
              <a:ext cx="315410" cy="666781"/>
            </a:xfrm>
            <a:prstGeom prst="roundRect">
              <a:avLst/>
            </a:prstGeom>
            <a:noFill/>
            <a:ln>
              <a:solidFill>
                <a:schemeClr val="accent3">
                  <a:lumMod val="60000"/>
                  <a:lumOff val="40000"/>
                </a:schemeClr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endParaRPr lang="en-US" sz="3200" dirty="0">
                <a:solidFill>
                  <a:schemeClr val="tx2"/>
                </a:solidFill>
              </a:endParaRPr>
            </a:p>
          </p:txBody>
        </p:sp>
        <p:sp>
          <p:nvSpPr>
            <p:cNvPr id="16" name="Speech Bubble: Rectangle with Corners Rounded 15">
              <a:extLst>
                <a:ext uri="{FF2B5EF4-FFF2-40B4-BE49-F238E27FC236}">
                  <a16:creationId xmlns:a16="http://schemas.microsoft.com/office/drawing/2014/main" id="{B10AD0C3-F032-498E-BB6D-E625273EC1E2}"/>
                </a:ext>
              </a:extLst>
            </p:cNvPr>
            <p:cNvSpPr/>
            <p:nvPr/>
          </p:nvSpPr>
          <p:spPr>
            <a:xfrm>
              <a:off x="4926504" y="2870617"/>
              <a:ext cx="1706611" cy="571065"/>
            </a:xfrm>
            <a:prstGeom prst="wedgeRoundRectCallout">
              <a:avLst>
                <a:gd name="adj1" fmla="val -122804"/>
                <a:gd name="adj2" fmla="val 52239"/>
                <a:gd name="adj3" fmla="val 16667"/>
              </a:avLst>
            </a:prstGeom>
            <a:noFill/>
            <a:ln>
              <a:solidFill>
                <a:schemeClr val="accent3">
                  <a:lumMod val="60000"/>
                  <a:lumOff val="40000"/>
                </a:schemeClr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endParaRPr lang="en-US" sz="3200" dirty="0">
                <a:solidFill>
                  <a:schemeClr val="tx2"/>
                </a:solidFill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12C2C24C-7E73-4F17-BE78-D4D5D76F1B6D}"/>
                </a:ext>
              </a:extLst>
            </p:cNvPr>
            <p:cNvSpPr/>
            <p:nvPr/>
          </p:nvSpPr>
          <p:spPr>
            <a:xfrm>
              <a:off x="1925339" y="5715576"/>
              <a:ext cx="1206951" cy="353283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r>
                <a:rPr lang="en-US" sz="2400" dirty="0">
                  <a:solidFill>
                    <a:srgbClr val="ED1C24"/>
                  </a:solidFill>
                </a:rPr>
                <a:t>102296 </a:t>
              </a:r>
              <a:r>
                <a:rPr lang="en-US" altLang="zh-CN" sz="2400" dirty="0">
                  <a:solidFill>
                    <a:srgbClr val="ED1C24"/>
                  </a:solidFill>
                </a:rPr>
                <a:t>cycle </a:t>
              </a:r>
              <a:endParaRPr lang="en-US" sz="2400" dirty="0">
                <a:solidFill>
                  <a:srgbClr val="ED1C24"/>
                </a:solidFill>
              </a:endParaRP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4C3FD31A-29EB-4B8A-9C81-2CE11ED56F1A}"/>
                </a:ext>
              </a:extLst>
            </p:cNvPr>
            <p:cNvCxnSpPr>
              <a:cxnSpLocks/>
            </p:cNvCxnSpPr>
            <p:nvPr/>
          </p:nvCxnSpPr>
          <p:spPr>
            <a:xfrm>
              <a:off x="3016228" y="5922740"/>
              <a:ext cx="1175039" cy="0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C1E33011-AEC7-4B59-8AC2-8E2BFDE8DC0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65879" y="5930615"/>
              <a:ext cx="1073340" cy="0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53317480-2BEF-4316-B93D-6858428C753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128679" y="4580177"/>
              <a:ext cx="2653301" cy="835211"/>
            </a:xfrm>
            <a:prstGeom prst="rect">
              <a:avLst/>
            </a:prstGeom>
          </p:spPr>
        </p:pic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C53C678E-2E78-4079-9FCA-583C3A0ADE81}"/>
                </a:ext>
              </a:extLst>
            </p:cNvPr>
            <p:cNvSpPr/>
            <p:nvPr/>
          </p:nvSpPr>
          <p:spPr>
            <a:xfrm>
              <a:off x="3096459" y="4986818"/>
              <a:ext cx="166368" cy="666781"/>
            </a:xfrm>
            <a:prstGeom prst="roundRect">
              <a:avLst/>
            </a:prstGeom>
            <a:noFill/>
            <a:ln>
              <a:solidFill>
                <a:schemeClr val="accent3">
                  <a:lumMod val="60000"/>
                  <a:lumOff val="40000"/>
                </a:schemeClr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endParaRPr lang="en-US" sz="3200" dirty="0">
                <a:solidFill>
                  <a:schemeClr val="tx2"/>
                </a:solidFill>
              </a:endParaRPr>
            </a:p>
          </p:txBody>
        </p:sp>
        <p:sp>
          <p:nvSpPr>
            <p:cNvPr id="22" name="Speech Bubble: Rectangle with Corners Rounded 21">
              <a:extLst>
                <a:ext uri="{FF2B5EF4-FFF2-40B4-BE49-F238E27FC236}">
                  <a16:creationId xmlns:a16="http://schemas.microsoft.com/office/drawing/2014/main" id="{DBA24863-5D35-4D3B-BF1C-0CDA46CF56CD}"/>
                </a:ext>
              </a:extLst>
            </p:cNvPr>
            <p:cNvSpPr/>
            <p:nvPr/>
          </p:nvSpPr>
          <p:spPr>
            <a:xfrm>
              <a:off x="5074300" y="4701285"/>
              <a:ext cx="1706611" cy="571065"/>
            </a:xfrm>
            <a:prstGeom prst="wedgeRoundRectCallout">
              <a:avLst>
                <a:gd name="adj1" fmla="val -155508"/>
                <a:gd name="adj2" fmla="val 65892"/>
                <a:gd name="adj3" fmla="val 16667"/>
              </a:avLst>
            </a:prstGeom>
            <a:noFill/>
            <a:ln>
              <a:solidFill>
                <a:schemeClr val="accent3">
                  <a:lumMod val="60000"/>
                  <a:lumOff val="40000"/>
                </a:schemeClr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endParaRPr lang="en-US" sz="3200" dirty="0">
                <a:solidFill>
                  <a:schemeClr val="tx2"/>
                </a:solidFill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AF4635E1-C92B-4305-989B-6763AC943A53}"/>
                </a:ext>
              </a:extLst>
            </p:cNvPr>
            <p:cNvSpPr/>
            <p:nvPr/>
          </p:nvSpPr>
          <p:spPr>
            <a:xfrm>
              <a:off x="5280275" y="5407151"/>
              <a:ext cx="1206951" cy="353283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r>
                <a:rPr lang="en-US" dirty="0">
                  <a:solidFill>
                    <a:srgbClr val="ED1C24"/>
                  </a:solidFill>
                </a:rPr>
                <a:t>SQC </a:t>
              </a:r>
              <a:r>
                <a:rPr lang="en-US" altLang="zh-CN" dirty="0">
                  <a:solidFill>
                    <a:srgbClr val="ED1C24"/>
                  </a:solidFill>
                </a:rPr>
                <a:t>hit : </a:t>
              </a:r>
              <a:r>
                <a:rPr lang="en-US" dirty="0">
                  <a:solidFill>
                    <a:srgbClr val="ED1C24"/>
                  </a:solidFill>
                </a:rPr>
                <a:t>3144 </a:t>
              </a:r>
              <a:r>
                <a:rPr lang="en-US" altLang="zh-CN" dirty="0">
                  <a:solidFill>
                    <a:srgbClr val="ED1C24"/>
                  </a:solidFill>
                </a:rPr>
                <a:t>cycle </a:t>
              </a:r>
              <a:endParaRPr lang="en-US" dirty="0">
                <a:solidFill>
                  <a:srgbClr val="ED1C24"/>
                </a:solidFill>
              </a:endParaRP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32B374CA-E7F1-46F0-B5F0-9DD563001571}"/>
                </a:ext>
              </a:extLst>
            </p:cNvPr>
            <p:cNvSpPr/>
            <p:nvPr/>
          </p:nvSpPr>
          <p:spPr>
            <a:xfrm>
              <a:off x="5074300" y="3518717"/>
              <a:ext cx="1308985" cy="353283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r>
                <a:rPr lang="en-US" dirty="0">
                  <a:solidFill>
                    <a:srgbClr val="ED1C24"/>
                  </a:solidFill>
                </a:rPr>
                <a:t>SQC </a:t>
              </a:r>
              <a:r>
                <a:rPr lang="en-US" altLang="zh-CN" dirty="0">
                  <a:solidFill>
                    <a:srgbClr val="ED1C24"/>
                  </a:solidFill>
                </a:rPr>
                <a:t>miss: </a:t>
              </a:r>
              <a:r>
                <a:rPr lang="en-US" dirty="0">
                  <a:solidFill>
                    <a:srgbClr val="ED1C24"/>
                  </a:solidFill>
                </a:rPr>
                <a:t>6488 </a:t>
              </a:r>
              <a:r>
                <a:rPr lang="en-US" altLang="zh-CN" dirty="0">
                  <a:solidFill>
                    <a:srgbClr val="ED1C24"/>
                  </a:solidFill>
                </a:rPr>
                <a:t>cycle </a:t>
              </a:r>
              <a:endParaRPr lang="en-US" dirty="0">
                <a:solidFill>
                  <a:srgbClr val="ED1C24"/>
                </a:solidFill>
              </a:endParaRP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918BB1DB-305B-425A-AF46-5444EC46D556}"/>
              </a:ext>
            </a:extLst>
          </p:cNvPr>
          <p:cNvGrpSpPr/>
          <p:nvPr/>
        </p:nvGrpSpPr>
        <p:grpSpPr>
          <a:xfrm>
            <a:off x="8003887" y="1295604"/>
            <a:ext cx="2857275" cy="5152792"/>
            <a:chOff x="1887978" y="691854"/>
            <a:chExt cx="2857275" cy="5152792"/>
          </a:xfrm>
        </p:grpSpPr>
        <p:sp>
          <p:nvSpPr>
            <p:cNvPr id="26" name="Flowchart: Alternate Process 25">
              <a:extLst>
                <a:ext uri="{FF2B5EF4-FFF2-40B4-BE49-F238E27FC236}">
                  <a16:creationId xmlns:a16="http://schemas.microsoft.com/office/drawing/2014/main" id="{FC068988-0922-4F51-A8F0-558EBF682E20}"/>
                </a:ext>
              </a:extLst>
            </p:cNvPr>
            <p:cNvSpPr/>
            <p:nvPr/>
          </p:nvSpPr>
          <p:spPr>
            <a:xfrm>
              <a:off x="1887978" y="691854"/>
              <a:ext cx="2857275" cy="472803"/>
            </a:xfrm>
            <a:prstGeom prst="flowChartAlternateProcess">
              <a:avLst/>
            </a:prstGeom>
            <a:noFill/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r>
                <a:rPr lang="en-US" altLang="zh-CN" sz="1400" dirty="0">
                  <a:solidFill>
                    <a:schemeClr val="tx1"/>
                  </a:solidFill>
                </a:rPr>
                <a:t>Go through all problem parameters</a:t>
              </a:r>
            </a:p>
          </p:txBody>
        </p:sp>
        <p:sp>
          <p:nvSpPr>
            <p:cNvPr id="27" name="Flowchart: Alternate Process 26">
              <a:extLst>
                <a:ext uri="{FF2B5EF4-FFF2-40B4-BE49-F238E27FC236}">
                  <a16:creationId xmlns:a16="http://schemas.microsoft.com/office/drawing/2014/main" id="{85A0A560-21F4-4E4C-99F0-EECD5448A525}"/>
                </a:ext>
              </a:extLst>
            </p:cNvPr>
            <p:cNvSpPr/>
            <p:nvPr/>
          </p:nvSpPr>
          <p:spPr>
            <a:xfrm>
              <a:off x="2109358" y="1487774"/>
              <a:ext cx="2414514" cy="323444"/>
            </a:xfrm>
            <a:prstGeom prst="flowChartAlternateProcess">
              <a:avLst/>
            </a:prstGeom>
            <a:noFill/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r>
                <a:rPr lang="en-US" altLang="zh-CN" sz="1400" dirty="0">
                  <a:solidFill>
                    <a:schemeClr val="tx1"/>
                  </a:solidFill>
                </a:rPr>
                <a:t>Generate one problem handle </a:t>
              </a:r>
              <a:endParaRPr 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28" name="Flowchart: Alternate Process 27">
              <a:extLst>
                <a:ext uri="{FF2B5EF4-FFF2-40B4-BE49-F238E27FC236}">
                  <a16:creationId xmlns:a16="http://schemas.microsoft.com/office/drawing/2014/main" id="{B6ECB0BB-4B05-4598-957C-D05DB4928952}"/>
                </a:ext>
              </a:extLst>
            </p:cNvPr>
            <p:cNvSpPr/>
            <p:nvPr/>
          </p:nvSpPr>
          <p:spPr>
            <a:xfrm>
              <a:off x="2109359" y="2142420"/>
              <a:ext cx="2414514" cy="323444"/>
            </a:xfrm>
            <a:prstGeom prst="flowChartAlternateProcess">
              <a:avLst/>
            </a:prstGeom>
            <a:noFill/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r>
                <a:rPr lang="en-US" altLang="zh-CN" sz="1400" dirty="0">
                  <a:solidFill>
                    <a:schemeClr val="tx1"/>
                  </a:solidFill>
                </a:rPr>
                <a:t>Go through all solutions</a:t>
              </a:r>
              <a:endParaRPr 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29" name="Flowchart: Alternate Process 28">
              <a:extLst>
                <a:ext uri="{FF2B5EF4-FFF2-40B4-BE49-F238E27FC236}">
                  <a16:creationId xmlns:a16="http://schemas.microsoft.com/office/drawing/2014/main" id="{368932DA-F8B8-4576-A65E-185A05820F31}"/>
                </a:ext>
              </a:extLst>
            </p:cNvPr>
            <p:cNvSpPr/>
            <p:nvPr/>
          </p:nvSpPr>
          <p:spPr>
            <a:xfrm>
              <a:off x="2109359" y="2788981"/>
              <a:ext cx="2414514" cy="336324"/>
            </a:xfrm>
            <a:prstGeom prst="flowChartAlternateProcess">
              <a:avLst/>
            </a:prstGeom>
            <a:noFill/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r>
                <a:rPr lang="en-US" altLang="zh-CN" sz="1400" dirty="0">
                  <a:solidFill>
                    <a:schemeClr val="tx1"/>
                  </a:solidFill>
                </a:rPr>
                <a:t>Generate one solution handle </a:t>
              </a:r>
              <a:endParaRPr 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0" name="Flowchart: Alternate Process 29">
              <a:extLst>
                <a:ext uri="{FF2B5EF4-FFF2-40B4-BE49-F238E27FC236}">
                  <a16:creationId xmlns:a16="http://schemas.microsoft.com/office/drawing/2014/main" id="{ED53F409-4915-4765-9248-60754EAA4CA2}"/>
                </a:ext>
              </a:extLst>
            </p:cNvPr>
            <p:cNvSpPr/>
            <p:nvPr/>
          </p:nvSpPr>
          <p:spPr>
            <a:xfrm>
              <a:off x="2109359" y="3480089"/>
              <a:ext cx="2414514" cy="336324"/>
            </a:xfrm>
            <a:prstGeom prst="flowChartAlternateProcess">
              <a:avLst/>
            </a:prstGeom>
            <a:noFill/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r>
                <a:rPr lang="en-US" altLang="zh-CN" sz="1400" dirty="0">
                  <a:solidFill>
                    <a:schemeClr val="tx1"/>
                  </a:solidFill>
                </a:rPr>
                <a:t>Go through all kernel config </a:t>
              </a:r>
              <a:endParaRPr lang="en-US" sz="1400" dirty="0">
                <a:solidFill>
                  <a:schemeClr val="tx1"/>
                </a:solidFill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E7F565A-11B2-4122-8D71-9EBC82DD9865}"/>
                </a:ext>
              </a:extLst>
            </p:cNvPr>
            <p:cNvCxnSpPr>
              <a:stCxn id="26" idx="2"/>
              <a:endCxn id="27" idx="0"/>
            </p:cNvCxnSpPr>
            <p:nvPr/>
          </p:nvCxnSpPr>
          <p:spPr>
            <a:xfrm flipH="1">
              <a:off x="3316615" y="1164657"/>
              <a:ext cx="1" cy="32311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C96FF730-0198-4469-BF16-398DCF35476C}"/>
                </a:ext>
              </a:extLst>
            </p:cNvPr>
            <p:cNvCxnSpPr/>
            <p:nvPr/>
          </p:nvCxnSpPr>
          <p:spPr>
            <a:xfrm flipH="1">
              <a:off x="3316614" y="1810891"/>
              <a:ext cx="1" cy="32311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D7AE7EF1-B09C-4A79-A1E0-D2809E88C7B6}"/>
                </a:ext>
              </a:extLst>
            </p:cNvPr>
            <p:cNvCxnSpPr/>
            <p:nvPr/>
          </p:nvCxnSpPr>
          <p:spPr>
            <a:xfrm flipH="1">
              <a:off x="3316613" y="2457125"/>
              <a:ext cx="1" cy="32311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DD9F444-4D45-42A5-A064-AD259D6F2415}"/>
                </a:ext>
              </a:extLst>
            </p:cNvPr>
            <p:cNvCxnSpPr/>
            <p:nvPr/>
          </p:nvCxnSpPr>
          <p:spPr>
            <a:xfrm flipH="1">
              <a:off x="3316612" y="3134044"/>
              <a:ext cx="1" cy="32311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3AA770DD-304B-4359-9143-DEC9277E93D5}"/>
                </a:ext>
              </a:extLst>
            </p:cNvPr>
            <p:cNvCxnSpPr/>
            <p:nvPr/>
          </p:nvCxnSpPr>
          <p:spPr>
            <a:xfrm flipH="1">
              <a:off x="3305827" y="3816413"/>
              <a:ext cx="1" cy="32311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Flowchart: Alternate Process 35">
              <a:extLst>
                <a:ext uri="{FF2B5EF4-FFF2-40B4-BE49-F238E27FC236}">
                  <a16:creationId xmlns:a16="http://schemas.microsoft.com/office/drawing/2014/main" id="{14B06D41-2AD2-4F38-8900-247B76F186C7}"/>
                </a:ext>
              </a:extLst>
            </p:cNvPr>
            <p:cNvSpPr/>
            <p:nvPr/>
          </p:nvSpPr>
          <p:spPr>
            <a:xfrm>
              <a:off x="2098570" y="4139530"/>
              <a:ext cx="2414514" cy="336324"/>
            </a:xfrm>
            <a:prstGeom prst="flowChartAlternateProcess">
              <a:avLst/>
            </a:prstGeom>
            <a:noFill/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r>
                <a:rPr lang="en-US" altLang="zh-CN" sz="1400" dirty="0">
                  <a:solidFill>
                    <a:schemeClr val="tx1"/>
                  </a:solidFill>
                </a:rPr>
                <a:t>Generate kernel code </a:t>
              </a:r>
              <a:endParaRPr lang="en-US" sz="1400" dirty="0">
                <a:solidFill>
                  <a:schemeClr val="tx1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02EF79B4-62F8-40EB-8971-B89698470685}"/>
                </a:ext>
              </a:extLst>
            </p:cNvPr>
            <p:cNvCxnSpPr/>
            <p:nvPr/>
          </p:nvCxnSpPr>
          <p:spPr>
            <a:xfrm flipH="1">
              <a:off x="3305826" y="4484992"/>
              <a:ext cx="1" cy="32311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Flowchart: Alternate Process 37">
              <a:extLst>
                <a:ext uri="{FF2B5EF4-FFF2-40B4-BE49-F238E27FC236}">
                  <a16:creationId xmlns:a16="http://schemas.microsoft.com/office/drawing/2014/main" id="{4A55F263-8089-4A1F-843F-4F7AF97AC2B0}"/>
                </a:ext>
              </a:extLst>
            </p:cNvPr>
            <p:cNvSpPr/>
            <p:nvPr/>
          </p:nvSpPr>
          <p:spPr>
            <a:xfrm>
              <a:off x="2098569" y="4809095"/>
              <a:ext cx="2414514" cy="336324"/>
            </a:xfrm>
            <a:prstGeom prst="flowChartAlternateProcess">
              <a:avLst/>
            </a:prstGeom>
            <a:noFill/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r>
                <a:rPr lang="en-US" altLang="zh-CN" sz="1400" dirty="0">
                  <a:solidFill>
                    <a:schemeClr val="tx1"/>
                  </a:solidFill>
                </a:rPr>
                <a:t>Launch kernel    </a:t>
              </a:r>
              <a:endParaRPr lang="en-US" sz="1400" dirty="0">
                <a:solidFill>
                  <a:schemeClr val="tx1"/>
                </a:solidFill>
              </a:endParaRP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713F784A-1683-4738-A756-490F05CCB32A}"/>
                </a:ext>
              </a:extLst>
            </p:cNvPr>
            <p:cNvCxnSpPr/>
            <p:nvPr/>
          </p:nvCxnSpPr>
          <p:spPr>
            <a:xfrm flipH="1">
              <a:off x="3303303" y="5165312"/>
              <a:ext cx="1" cy="32311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Flowchart: Alternate Process 39">
              <a:extLst>
                <a:ext uri="{FF2B5EF4-FFF2-40B4-BE49-F238E27FC236}">
                  <a16:creationId xmlns:a16="http://schemas.microsoft.com/office/drawing/2014/main" id="{A8BEE707-8460-4550-965D-B1015877B1B4}"/>
                </a:ext>
              </a:extLst>
            </p:cNvPr>
            <p:cNvSpPr/>
            <p:nvPr/>
          </p:nvSpPr>
          <p:spPr>
            <a:xfrm>
              <a:off x="2096046" y="5508322"/>
              <a:ext cx="2414514" cy="336324"/>
            </a:xfrm>
            <a:prstGeom prst="flowChartAlternateProcess">
              <a:avLst/>
            </a:prstGeom>
            <a:noFill/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r>
                <a:rPr lang="en-US" altLang="zh-CN" sz="1400" dirty="0">
                  <a:solidFill>
                    <a:schemeClr val="tx1"/>
                  </a:solidFill>
                </a:rPr>
                <a:t>Gather performance data  </a:t>
              </a:r>
              <a:endParaRPr lang="en-US" sz="1400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02478158"/>
      </p:ext>
    </p:extLst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4"/>
          <p:cNvSpPr txBox="1">
            <a:spLocks/>
          </p:cNvSpPr>
          <p:nvPr/>
        </p:nvSpPr>
        <p:spPr>
          <a:xfrm>
            <a:off x="428514" y="110403"/>
            <a:ext cx="11331798" cy="545235"/>
          </a:xfrm>
          <a:prstGeom prst="rect">
            <a:avLst/>
          </a:prstGeom>
        </p:spPr>
        <p:txBody>
          <a:bodyPr/>
          <a:lstStyle>
            <a:lvl1pPr algn="l" defTabSz="912813" rtl="0" eaLnBrk="0" fontAlgn="base" hangingPunct="0">
              <a:spcBef>
                <a:spcPct val="0"/>
              </a:spcBef>
              <a:spcAft>
                <a:spcPct val="0"/>
              </a:spcAft>
              <a:defRPr lang="en-US" sz="2200" b="1" i="1" kern="1200" cap="all" dirty="0">
                <a:solidFill>
                  <a:schemeClr val="tx2"/>
                </a:solidFill>
                <a:latin typeface="Arial" pitchFamily="34" charset="0"/>
                <a:ea typeface="+mj-ea"/>
                <a:cs typeface="Arial" pitchFamily="34" charset="0"/>
              </a:defRPr>
            </a:lvl1pPr>
            <a:lvl2pPr algn="l" defTabSz="912813" rtl="0" eaLnBrk="0" fontAlgn="base" hangingPunct="0">
              <a:spcBef>
                <a:spcPct val="0"/>
              </a:spcBef>
              <a:spcAft>
                <a:spcPct val="0"/>
              </a:spcAft>
              <a:defRPr sz="2200" b="1" i="1">
                <a:solidFill>
                  <a:schemeClr val="tx2"/>
                </a:solidFill>
                <a:latin typeface="Arial" charset="0"/>
                <a:cs typeface="Arial" charset="0"/>
              </a:defRPr>
            </a:lvl2pPr>
            <a:lvl3pPr algn="l" defTabSz="912813" rtl="0" eaLnBrk="0" fontAlgn="base" hangingPunct="0">
              <a:spcBef>
                <a:spcPct val="0"/>
              </a:spcBef>
              <a:spcAft>
                <a:spcPct val="0"/>
              </a:spcAft>
              <a:defRPr sz="2200" b="1" i="1">
                <a:solidFill>
                  <a:schemeClr val="tx2"/>
                </a:solidFill>
                <a:latin typeface="Arial" charset="0"/>
                <a:cs typeface="Arial" charset="0"/>
              </a:defRPr>
            </a:lvl3pPr>
            <a:lvl4pPr algn="l" defTabSz="912813" rtl="0" eaLnBrk="0" fontAlgn="base" hangingPunct="0">
              <a:spcBef>
                <a:spcPct val="0"/>
              </a:spcBef>
              <a:spcAft>
                <a:spcPct val="0"/>
              </a:spcAft>
              <a:defRPr sz="2200" b="1" i="1">
                <a:solidFill>
                  <a:schemeClr val="tx2"/>
                </a:solidFill>
                <a:latin typeface="Arial" charset="0"/>
                <a:cs typeface="Arial" charset="0"/>
              </a:defRPr>
            </a:lvl4pPr>
            <a:lvl5pPr algn="l" defTabSz="912813" rtl="0" eaLnBrk="0" fontAlgn="base" hangingPunct="0">
              <a:spcBef>
                <a:spcPct val="0"/>
              </a:spcBef>
              <a:spcAft>
                <a:spcPct val="0"/>
              </a:spcAft>
              <a:defRPr sz="2200" b="1" i="1">
                <a:solidFill>
                  <a:schemeClr val="tx2"/>
                </a:solidFill>
                <a:latin typeface="Arial" charset="0"/>
                <a:cs typeface="Arial" charset="0"/>
              </a:defRPr>
            </a:lvl5pPr>
            <a:lvl6pPr marL="457200" algn="l" defTabSz="912813" rtl="0" fontAlgn="base">
              <a:spcBef>
                <a:spcPct val="0"/>
              </a:spcBef>
              <a:spcAft>
                <a:spcPct val="0"/>
              </a:spcAft>
              <a:defRPr sz="2200" b="1" i="1">
                <a:solidFill>
                  <a:schemeClr val="tx2"/>
                </a:solidFill>
                <a:latin typeface="Arial" charset="0"/>
                <a:cs typeface="Arial" charset="0"/>
              </a:defRPr>
            </a:lvl6pPr>
            <a:lvl7pPr marL="914400" algn="l" defTabSz="912813" rtl="0" fontAlgn="base">
              <a:spcBef>
                <a:spcPct val="0"/>
              </a:spcBef>
              <a:spcAft>
                <a:spcPct val="0"/>
              </a:spcAft>
              <a:defRPr sz="2200" b="1" i="1">
                <a:solidFill>
                  <a:schemeClr val="tx2"/>
                </a:solidFill>
                <a:latin typeface="Arial" charset="0"/>
                <a:cs typeface="Arial" charset="0"/>
              </a:defRPr>
            </a:lvl7pPr>
            <a:lvl8pPr marL="1371600" algn="l" defTabSz="912813" rtl="0" fontAlgn="base">
              <a:spcBef>
                <a:spcPct val="0"/>
              </a:spcBef>
              <a:spcAft>
                <a:spcPct val="0"/>
              </a:spcAft>
              <a:defRPr sz="2200" b="1" i="1">
                <a:solidFill>
                  <a:schemeClr val="tx2"/>
                </a:solidFill>
                <a:latin typeface="Arial" charset="0"/>
                <a:cs typeface="Arial" charset="0"/>
              </a:defRPr>
            </a:lvl8pPr>
            <a:lvl9pPr marL="1828800" algn="l" defTabSz="912813" rtl="0" fontAlgn="base">
              <a:spcBef>
                <a:spcPct val="0"/>
              </a:spcBef>
              <a:spcAft>
                <a:spcPct val="0"/>
              </a:spcAft>
              <a:defRPr sz="2200" b="1" i="1">
                <a:solidFill>
                  <a:schemeClr val="tx2"/>
                </a:solidFill>
                <a:latin typeface="Arial" charset="0"/>
                <a:cs typeface="Arial" charset="0"/>
              </a:defRPr>
            </a:lvl9pPr>
          </a:lstStyle>
          <a:p>
            <a:pPr>
              <a:defRPr/>
            </a:pPr>
            <a:r>
              <a:rPr lang="en-US" altLang="zh-CN" sz="2600" i="0" dirty="0">
                <a:solidFill>
                  <a:schemeClr val="tx1"/>
                </a:solidFill>
                <a:latin typeface="Calibri" pitchFamily="34" charset="0"/>
                <a:cs typeface="+mj-cs"/>
              </a:rPr>
              <a:t>status</a:t>
            </a:r>
            <a:endParaRPr lang="en-US" sz="2600" i="0" dirty="0">
              <a:solidFill>
                <a:schemeClr val="tx1"/>
              </a:solidFill>
              <a:latin typeface="Calibri" pitchFamily="34" charset="0"/>
              <a:cs typeface="+mj-cs"/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2A2C9B03-5BE1-4511-AC15-56D68EF411D5}"/>
              </a:ext>
            </a:extLst>
          </p:cNvPr>
          <p:cNvSpPr txBox="1">
            <a:spLocks/>
          </p:cNvSpPr>
          <p:nvPr/>
        </p:nvSpPr>
        <p:spPr bwMode="auto">
          <a:xfrm>
            <a:off x="308227" y="655637"/>
            <a:ext cx="11452084" cy="5824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45720" rIns="0" bIns="45720" numCol="1" anchor="t" anchorCtr="0" compatLnSpc="1">
            <a:prstTxWarp prst="textNoShape">
              <a:avLst/>
            </a:prstTxWarp>
            <a:noAutofit/>
          </a:bodyPr>
          <a:lstStyle>
            <a:lvl1pPr marL="0" indent="0" algn="l" rtl="0" eaLnBrk="0" fontAlgn="base" hangingPunct="0">
              <a:spcBef>
                <a:spcPts val="800"/>
              </a:spcBef>
              <a:spcAft>
                <a:spcPct val="0"/>
              </a:spcAft>
              <a:buClr>
                <a:schemeClr val="tx1"/>
              </a:buClr>
              <a:buFont typeface="Wingdings 3" panose="05040102010807070707" pitchFamily="18" charset="2"/>
              <a:buNone/>
              <a:defRPr sz="1999" b="1" kern="1200">
                <a:solidFill>
                  <a:schemeClr val="tx1"/>
                </a:solidFill>
                <a:latin typeface="Calibri" pitchFamily="34" charset="0"/>
                <a:ea typeface="+mn-ea"/>
                <a:cs typeface="+mn-cs"/>
              </a:defRPr>
            </a:lvl1pPr>
            <a:lvl2pPr marL="457063" indent="0" algn="l" rtl="0" eaLnBrk="0" fontAlgn="base" hangingPunct="0">
              <a:spcBef>
                <a:spcPts val="300"/>
              </a:spcBef>
              <a:spcAft>
                <a:spcPct val="0"/>
              </a:spcAft>
              <a:buClr>
                <a:schemeClr val="tx1"/>
              </a:buClr>
              <a:buFont typeface="Calibri" panose="020F0502020204030204" pitchFamily="34" charset="0"/>
              <a:buNone/>
              <a:defRPr sz="1999" b="1" kern="1200">
                <a:solidFill>
                  <a:schemeClr val="tx1"/>
                </a:solidFill>
                <a:latin typeface="Calibri" pitchFamily="34" charset="0"/>
                <a:ea typeface="+mn-ea"/>
                <a:cs typeface="+mn-cs"/>
              </a:defRPr>
            </a:lvl2pPr>
            <a:lvl3pPr marL="914126" indent="0" algn="l" rtl="0" eaLnBrk="0" fontAlgn="base" hangingPunct="0">
              <a:spcBef>
                <a:spcPts val="300"/>
              </a:spcBef>
              <a:spcAft>
                <a:spcPct val="0"/>
              </a:spcAft>
              <a:buClr>
                <a:schemeClr val="tx1"/>
              </a:buClr>
              <a:buFont typeface="Calibri" panose="020F0502020204030204" pitchFamily="34" charset="0"/>
              <a:buNone/>
              <a:defRPr sz="1799" b="1" kern="1200">
                <a:solidFill>
                  <a:schemeClr val="tx1"/>
                </a:solidFill>
                <a:latin typeface="Calibri" pitchFamily="34" charset="0"/>
                <a:ea typeface="+mn-ea"/>
                <a:cs typeface="+mn-cs"/>
              </a:defRPr>
            </a:lvl3pPr>
            <a:lvl4pPr marL="1371189" indent="0" algn="l" rtl="0" eaLnBrk="0" fontAlgn="base" hangingPunct="0">
              <a:spcBef>
                <a:spcPts val="300"/>
              </a:spcBef>
              <a:spcAft>
                <a:spcPct val="0"/>
              </a:spcAft>
              <a:buClr>
                <a:schemeClr val="tx1"/>
              </a:buClr>
              <a:buFont typeface="Calibri" panose="020F0502020204030204" pitchFamily="34" charset="0"/>
              <a:buNone/>
              <a:defRPr sz="1600" b="1" kern="1200">
                <a:solidFill>
                  <a:schemeClr val="tx1"/>
                </a:solidFill>
                <a:latin typeface="Calibri" pitchFamily="34" charset="0"/>
                <a:ea typeface="+mn-ea"/>
                <a:cs typeface="+mn-cs"/>
              </a:defRPr>
            </a:lvl4pPr>
            <a:lvl5pPr marL="1828251" indent="0" algn="l" rtl="0" eaLnBrk="0" fontAlgn="base" hangingPunct="0">
              <a:spcBef>
                <a:spcPts val="300"/>
              </a:spcBef>
              <a:spcAft>
                <a:spcPct val="0"/>
              </a:spcAft>
              <a:buClr>
                <a:schemeClr val="tx1"/>
              </a:buClr>
              <a:buFont typeface="Calibri" panose="020F0502020204030204" pitchFamily="34" charset="0"/>
              <a:buNone/>
              <a:defRPr sz="1600" b="1" kern="1200">
                <a:solidFill>
                  <a:schemeClr val="tx1"/>
                </a:solidFill>
                <a:latin typeface="Calibri" pitchFamily="34" charset="0"/>
                <a:ea typeface="+mn-ea"/>
                <a:cs typeface="+mn-cs"/>
              </a:defRPr>
            </a:lvl5pPr>
            <a:lvl6pPr marL="2285314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377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440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503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722313" lvl="1" indent="-342900">
              <a:buFont typeface="Arial" panose="020B0604020202020204" pitchFamily="34" charset="0"/>
              <a:buChar char="•"/>
            </a:pPr>
            <a:r>
              <a:rPr lang="en-US" altLang="zh-CN" dirty="0"/>
              <a:t>Tensile Conv use a Auto-Tuning method which is to auto generate convolution 1x1 forward kernel code and achieve peak performance </a:t>
            </a:r>
          </a:p>
          <a:p>
            <a:pPr marL="1179376" lvl="2" indent="-342900">
              <a:buFont typeface="Arial" panose="020B0604020202020204" pitchFamily="34" charset="0"/>
              <a:buChar char="•"/>
            </a:pPr>
            <a:r>
              <a:rPr lang="en-US" altLang="zh-CN" dirty="0"/>
              <a:t>Support all WHCKN size combination </a:t>
            </a:r>
          </a:p>
          <a:p>
            <a:pPr marL="1179376" lvl="2" indent="-342900">
              <a:buFont typeface="Arial" panose="020B0604020202020204" pitchFamily="34" charset="0"/>
              <a:buChar char="•"/>
            </a:pPr>
            <a:r>
              <a:rPr lang="en-US" altLang="zh-CN" dirty="0"/>
              <a:t>Support fusion opts: convolution + </a:t>
            </a:r>
            <a:r>
              <a:rPr lang="en-US" altLang="zh-CN" dirty="0" err="1"/>
              <a:t>relu</a:t>
            </a:r>
            <a:r>
              <a:rPr lang="en-US" altLang="zh-CN" dirty="0"/>
              <a:t>/</a:t>
            </a:r>
            <a:r>
              <a:rPr lang="en-US" altLang="zh-CN" dirty="0" err="1"/>
              <a:t>Prelu</a:t>
            </a:r>
            <a:r>
              <a:rPr lang="en-US" altLang="zh-CN" dirty="0"/>
              <a:t> + bias </a:t>
            </a:r>
          </a:p>
          <a:p>
            <a:pPr marL="1179376" lvl="2" indent="-342900">
              <a:buFont typeface="Arial" panose="020B0604020202020204" pitchFamily="34" charset="0"/>
              <a:buChar char="•"/>
            </a:pPr>
            <a:r>
              <a:rPr lang="en-US" altLang="zh-CN" dirty="0"/>
              <a:t>Support brute-force search and genetic search </a:t>
            </a:r>
          </a:p>
          <a:p>
            <a:pPr marL="1179376" lvl="2" indent="-342900">
              <a:buFont typeface="Arial" panose="020B0604020202020204" pitchFamily="34" charset="0"/>
              <a:buChar char="•"/>
            </a:pPr>
            <a:r>
              <a:rPr lang="en-US" altLang="zh-CN" dirty="0"/>
              <a:t>Support different hardware ISA: gfx900 , gfx803</a:t>
            </a:r>
          </a:p>
          <a:p>
            <a:pPr marL="1179376" lvl="2" indent="-342900">
              <a:buFont typeface="Arial" panose="020B0604020202020204" pitchFamily="34" charset="0"/>
              <a:buChar char="•"/>
            </a:pPr>
            <a:r>
              <a:rPr lang="en-US" altLang="zh-CN" dirty="0"/>
              <a:t>Supply C++ library and interface </a:t>
            </a:r>
          </a:p>
          <a:p>
            <a:pPr marL="1179376" lvl="2" indent="-342900">
              <a:buFont typeface="Arial" panose="020B0604020202020204" pitchFamily="34" charset="0"/>
              <a:buChar char="•"/>
            </a:pPr>
            <a:r>
              <a:rPr lang="en-US" altLang="zh-CN" dirty="0"/>
              <a:t>Support offline and online tuning </a:t>
            </a:r>
          </a:p>
          <a:p>
            <a:pPr marL="1179376" lvl="2" indent="-342900">
              <a:buFont typeface="Arial" panose="020B0604020202020204" pitchFamily="34" charset="0"/>
              <a:buChar char="•"/>
            </a:pPr>
            <a:r>
              <a:rPr lang="en-US" altLang="zh-CN" dirty="0"/>
              <a:t>Supporting Baidu Anakin project </a:t>
            </a:r>
          </a:p>
        </p:txBody>
      </p:sp>
    </p:spTree>
    <p:extLst>
      <p:ext uri="{BB962C8B-B14F-4D97-AF65-F5344CB8AC3E}">
        <p14:creationId xmlns:p14="http://schemas.microsoft.com/office/powerpoint/2010/main" val="2235294485"/>
      </p:ext>
    </p:extLst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4"/>
          <p:cNvSpPr txBox="1">
            <a:spLocks/>
          </p:cNvSpPr>
          <p:nvPr/>
        </p:nvSpPr>
        <p:spPr>
          <a:xfrm>
            <a:off x="428514" y="110403"/>
            <a:ext cx="11331798" cy="545235"/>
          </a:xfrm>
          <a:prstGeom prst="rect">
            <a:avLst/>
          </a:prstGeom>
        </p:spPr>
        <p:txBody>
          <a:bodyPr/>
          <a:lstStyle>
            <a:lvl1pPr algn="l" defTabSz="912813" rtl="0" eaLnBrk="0" fontAlgn="base" hangingPunct="0">
              <a:spcBef>
                <a:spcPct val="0"/>
              </a:spcBef>
              <a:spcAft>
                <a:spcPct val="0"/>
              </a:spcAft>
              <a:defRPr lang="en-US" sz="2200" b="1" i="1" kern="1200" cap="all" dirty="0">
                <a:solidFill>
                  <a:schemeClr val="tx2"/>
                </a:solidFill>
                <a:latin typeface="Arial" pitchFamily="34" charset="0"/>
                <a:ea typeface="+mj-ea"/>
                <a:cs typeface="Arial" pitchFamily="34" charset="0"/>
              </a:defRPr>
            </a:lvl1pPr>
            <a:lvl2pPr algn="l" defTabSz="912813" rtl="0" eaLnBrk="0" fontAlgn="base" hangingPunct="0">
              <a:spcBef>
                <a:spcPct val="0"/>
              </a:spcBef>
              <a:spcAft>
                <a:spcPct val="0"/>
              </a:spcAft>
              <a:defRPr sz="2200" b="1" i="1">
                <a:solidFill>
                  <a:schemeClr val="tx2"/>
                </a:solidFill>
                <a:latin typeface="Arial" charset="0"/>
                <a:cs typeface="Arial" charset="0"/>
              </a:defRPr>
            </a:lvl2pPr>
            <a:lvl3pPr algn="l" defTabSz="912813" rtl="0" eaLnBrk="0" fontAlgn="base" hangingPunct="0">
              <a:spcBef>
                <a:spcPct val="0"/>
              </a:spcBef>
              <a:spcAft>
                <a:spcPct val="0"/>
              </a:spcAft>
              <a:defRPr sz="2200" b="1" i="1">
                <a:solidFill>
                  <a:schemeClr val="tx2"/>
                </a:solidFill>
                <a:latin typeface="Arial" charset="0"/>
                <a:cs typeface="Arial" charset="0"/>
              </a:defRPr>
            </a:lvl3pPr>
            <a:lvl4pPr algn="l" defTabSz="912813" rtl="0" eaLnBrk="0" fontAlgn="base" hangingPunct="0">
              <a:spcBef>
                <a:spcPct val="0"/>
              </a:spcBef>
              <a:spcAft>
                <a:spcPct val="0"/>
              </a:spcAft>
              <a:defRPr sz="2200" b="1" i="1">
                <a:solidFill>
                  <a:schemeClr val="tx2"/>
                </a:solidFill>
                <a:latin typeface="Arial" charset="0"/>
                <a:cs typeface="Arial" charset="0"/>
              </a:defRPr>
            </a:lvl4pPr>
            <a:lvl5pPr algn="l" defTabSz="912813" rtl="0" eaLnBrk="0" fontAlgn="base" hangingPunct="0">
              <a:spcBef>
                <a:spcPct val="0"/>
              </a:spcBef>
              <a:spcAft>
                <a:spcPct val="0"/>
              </a:spcAft>
              <a:defRPr sz="2200" b="1" i="1">
                <a:solidFill>
                  <a:schemeClr val="tx2"/>
                </a:solidFill>
                <a:latin typeface="Arial" charset="0"/>
                <a:cs typeface="Arial" charset="0"/>
              </a:defRPr>
            </a:lvl5pPr>
            <a:lvl6pPr marL="457200" algn="l" defTabSz="912813" rtl="0" fontAlgn="base">
              <a:spcBef>
                <a:spcPct val="0"/>
              </a:spcBef>
              <a:spcAft>
                <a:spcPct val="0"/>
              </a:spcAft>
              <a:defRPr sz="2200" b="1" i="1">
                <a:solidFill>
                  <a:schemeClr val="tx2"/>
                </a:solidFill>
                <a:latin typeface="Arial" charset="0"/>
                <a:cs typeface="Arial" charset="0"/>
              </a:defRPr>
            </a:lvl6pPr>
            <a:lvl7pPr marL="914400" algn="l" defTabSz="912813" rtl="0" fontAlgn="base">
              <a:spcBef>
                <a:spcPct val="0"/>
              </a:spcBef>
              <a:spcAft>
                <a:spcPct val="0"/>
              </a:spcAft>
              <a:defRPr sz="2200" b="1" i="1">
                <a:solidFill>
                  <a:schemeClr val="tx2"/>
                </a:solidFill>
                <a:latin typeface="Arial" charset="0"/>
                <a:cs typeface="Arial" charset="0"/>
              </a:defRPr>
            </a:lvl7pPr>
            <a:lvl8pPr marL="1371600" algn="l" defTabSz="912813" rtl="0" fontAlgn="base">
              <a:spcBef>
                <a:spcPct val="0"/>
              </a:spcBef>
              <a:spcAft>
                <a:spcPct val="0"/>
              </a:spcAft>
              <a:defRPr sz="2200" b="1" i="1">
                <a:solidFill>
                  <a:schemeClr val="tx2"/>
                </a:solidFill>
                <a:latin typeface="Arial" charset="0"/>
                <a:cs typeface="Arial" charset="0"/>
              </a:defRPr>
            </a:lvl8pPr>
            <a:lvl9pPr marL="1828800" algn="l" defTabSz="912813" rtl="0" fontAlgn="base">
              <a:spcBef>
                <a:spcPct val="0"/>
              </a:spcBef>
              <a:spcAft>
                <a:spcPct val="0"/>
              </a:spcAft>
              <a:defRPr sz="2200" b="1" i="1">
                <a:solidFill>
                  <a:schemeClr val="tx2"/>
                </a:solidFill>
                <a:latin typeface="Arial" charset="0"/>
                <a:cs typeface="Arial" charset="0"/>
              </a:defRPr>
            </a:lvl9pPr>
          </a:lstStyle>
          <a:p>
            <a:pPr>
              <a:defRPr/>
            </a:pPr>
            <a:r>
              <a:rPr lang="en-US" altLang="zh-CN" sz="2600" i="0" dirty="0">
                <a:solidFill>
                  <a:schemeClr val="tx1"/>
                </a:solidFill>
                <a:latin typeface="Calibri" pitchFamily="34" charset="0"/>
                <a:cs typeface="+mj-cs"/>
              </a:rPr>
              <a:t>Performance – gfx800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2A2C9B03-5BE1-4511-AC15-56D68EF411D5}"/>
              </a:ext>
            </a:extLst>
          </p:cNvPr>
          <p:cNvSpPr txBox="1">
            <a:spLocks/>
          </p:cNvSpPr>
          <p:nvPr/>
        </p:nvSpPr>
        <p:spPr bwMode="auto">
          <a:xfrm>
            <a:off x="428514" y="655638"/>
            <a:ext cx="10442686" cy="5824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45720" rIns="0" bIns="45720" numCol="1" anchor="t" anchorCtr="0" compatLnSpc="1">
            <a:prstTxWarp prst="textNoShape">
              <a:avLst/>
            </a:prstTxWarp>
            <a:noAutofit/>
          </a:bodyPr>
          <a:lstStyle>
            <a:lvl1pPr marL="0" indent="0" algn="l" rtl="0" eaLnBrk="0" fontAlgn="base" hangingPunct="0">
              <a:spcBef>
                <a:spcPts val="800"/>
              </a:spcBef>
              <a:spcAft>
                <a:spcPct val="0"/>
              </a:spcAft>
              <a:buClr>
                <a:schemeClr val="tx1"/>
              </a:buClr>
              <a:buFont typeface="Wingdings 3" panose="05040102010807070707" pitchFamily="18" charset="2"/>
              <a:buNone/>
              <a:defRPr sz="1999" b="1" kern="1200">
                <a:solidFill>
                  <a:schemeClr val="tx1"/>
                </a:solidFill>
                <a:latin typeface="Calibri" pitchFamily="34" charset="0"/>
                <a:ea typeface="+mn-ea"/>
                <a:cs typeface="+mn-cs"/>
              </a:defRPr>
            </a:lvl1pPr>
            <a:lvl2pPr marL="457063" indent="0" algn="l" rtl="0" eaLnBrk="0" fontAlgn="base" hangingPunct="0">
              <a:spcBef>
                <a:spcPts val="300"/>
              </a:spcBef>
              <a:spcAft>
                <a:spcPct val="0"/>
              </a:spcAft>
              <a:buClr>
                <a:schemeClr val="tx1"/>
              </a:buClr>
              <a:buFont typeface="Calibri" panose="020F0502020204030204" pitchFamily="34" charset="0"/>
              <a:buNone/>
              <a:defRPr sz="1999" b="1" kern="1200">
                <a:solidFill>
                  <a:schemeClr val="tx1"/>
                </a:solidFill>
                <a:latin typeface="Calibri" pitchFamily="34" charset="0"/>
                <a:ea typeface="+mn-ea"/>
                <a:cs typeface="+mn-cs"/>
              </a:defRPr>
            </a:lvl2pPr>
            <a:lvl3pPr marL="914126" indent="0" algn="l" rtl="0" eaLnBrk="0" fontAlgn="base" hangingPunct="0">
              <a:spcBef>
                <a:spcPts val="300"/>
              </a:spcBef>
              <a:spcAft>
                <a:spcPct val="0"/>
              </a:spcAft>
              <a:buClr>
                <a:schemeClr val="tx1"/>
              </a:buClr>
              <a:buFont typeface="Calibri" panose="020F0502020204030204" pitchFamily="34" charset="0"/>
              <a:buNone/>
              <a:defRPr sz="1799" b="1" kern="1200">
                <a:solidFill>
                  <a:schemeClr val="tx1"/>
                </a:solidFill>
                <a:latin typeface="Calibri" pitchFamily="34" charset="0"/>
                <a:ea typeface="+mn-ea"/>
                <a:cs typeface="+mn-cs"/>
              </a:defRPr>
            </a:lvl3pPr>
            <a:lvl4pPr marL="1371189" indent="0" algn="l" rtl="0" eaLnBrk="0" fontAlgn="base" hangingPunct="0">
              <a:spcBef>
                <a:spcPts val="300"/>
              </a:spcBef>
              <a:spcAft>
                <a:spcPct val="0"/>
              </a:spcAft>
              <a:buClr>
                <a:schemeClr val="tx1"/>
              </a:buClr>
              <a:buFont typeface="Calibri" panose="020F0502020204030204" pitchFamily="34" charset="0"/>
              <a:buNone/>
              <a:defRPr sz="1600" b="1" kern="1200">
                <a:solidFill>
                  <a:schemeClr val="tx1"/>
                </a:solidFill>
                <a:latin typeface="Calibri" pitchFamily="34" charset="0"/>
                <a:ea typeface="+mn-ea"/>
                <a:cs typeface="+mn-cs"/>
              </a:defRPr>
            </a:lvl4pPr>
            <a:lvl5pPr marL="1828251" indent="0" algn="l" rtl="0" eaLnBrk="0" fontAlgn="base" hangingPunct="0">
              <a:spcBef>
                <a:spcPts val="300"/>
              </a:spcBef>
              <a:spcAft>
                <a:spcPct val="0"/>
              </a:spcAft>
              <a:buClr>
                <a:schemeClr val="tx1"/>
              </a:buClr>
              <a:buFont typeface="Calibri" panose="020F0502020204030204" pitchFamily="34" charset="0"/>
              <a:buNone/>
              <a:defRPr sz="1600" b="1" kern="1200">
                <a:solidFill>
                  <a:schemeClr val="tx1"/>
                </a:solidFill>
                <a:latin typeface="Calibri" pitchFamily="34" charset="0"/>
                <a:ea typeface="+mn-ea"/>
                <a:cs typeface="+mn-cs"/>
              </a:defRPr>
            </a:lvl5pPr>
            <a:lvl6pPr marL="2285314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377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440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503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722313" lvl="1" indent="-342900">
              <a:buFont typeface="Arial" panose="020B0604020202020204" pitchFamily="34" charset="0"/>
              <a:buChar char="•"/>
            </a:pPr>
            <a:r>
              <a:rPr lang="en-US" altLang="zh-CN" dirty="0"/>
              <a:t>Conclusion: TensileConv could achieve better performance on Fiji  than P4</a:t>
            </a:r>
          </a:p>
          <a:p>
            <a:pPr marL="1179376" lvl="2" indent="-342900">
              <a:buFont typeface="Arial" panose="020B0604020202020204" pitchFamily="34" charset="0"/>
              <a:buChar char="•"/>
            </a:pPr>
            <a:r>
              <a:rPr lang="en-US" altLang="zh-CN" dirty="0"/>
              <a:t>Conv 1x1 performance on AMD Fiji vs NVIDIA P4</a:t>
            </a:r>
          </a:p>
          <a:p>
            <a:pPr marL="1179376" lvl="2" indent="-342900">
              <a:buFont typeface="Arial" panose="020B0604020202020204" pitchFamily="34" charset="0"/>
              <a:buChar char="•"/>
            </a:pPr>
            <a:r>
              <a:rPr lang="en-US" altLang="zh-CN" dirty="0"/>
              <a:t>20 different size combination for Conv 1x1</a:t>
            </a:r>
          </a:p>
          <a:p>
            <a:pPr marL="1179376" lvl="2" indent="-342900">
              <a:buFont typeface="Arial" panose="020B0604020202020204" pitchFamily="34" charset="0"/>
              <a:buChar char="•"/>
            </a:pPr>
            <a:r>
              <a:rPr lang="en-US" altLang="zh-CN" dirty="0"/>
              <a:t>Left figure shows P4 minus Fiji runtime, the higher the better </a:t>
            </a:r>
          </a:p>
          <a:p>
            <a:pPr marL="1179376" lvl="2" indent="-342900">
              <a:buFont typeface="Arial" panose="020B0604020202020204" pitchFamily="34" charset="0"/>
              <a:buChar char="•"/>
            </a:pPr>
            <a:r>
              <a:rPr lang="en-US" altLang="zh-CN" dirty="0"/>
              <a:t>Right table is the test size and specific value</a:t>
            </a:r>
          </a:p>
          <a:p>
            <a:pPr marL="1636439" lvl="3" indent="-342900">
              <a:buFont typeface="Arial" panose="020B0604020202020204" pitchFamily="34" charset="0"/>
              <a:buChar char="•"/>
            </a:pPr>
            <a:r>
              <a:rPr lang="en-US" altLang="zh-CN" dirty="0"/>
              <a:t>P4 data comes from Anakin project team  </a:t>
            </a:r>
          </a:p>
        </p:txBody>
      </p:sp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BC55A5AB-FA82-4D53-9BC0-49DC947064E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70846365"/>
              </p:ext>
            </p:extLst>
          </p:nvPr>
        </p:nvGraphicFramePr>
        <p:xfrm>
          <a:off x="812800" y="3722358"/>
          <a:ext cx="45720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9F56384-6D2B-492A-907E-5B7C9054136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0938889"/>
              </p:ext>
            </p:extLst>
          </p:nvPr>
        </p:nvGraphicFramePr>
        <p:xfrm>
          <a:off x="6273912" y="2373565"/>
          <a:ext cx="5486400" cy="42481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09600">
                  <a:extLst>
                    <a:ext uri="{9D8B030D-6E8A-4147-A177-3AD203B41FA5}">
                      <a16:colId xmlns:a16="http://schemas.microsoft.com/office/drawing/2014/main" val="247776389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738459779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1297566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495844037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7980972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4914813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121191533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110255317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1144480648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ID 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W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H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C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P4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Tensile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Diff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Efficiency 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2415161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512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2048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83.6218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57.2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26.4218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20.90%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406918990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2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1024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512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37.025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29.7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7.325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20.10%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468943581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3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1024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1024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86.1411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61.4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24.7411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19.50%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419479508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4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2048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512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69.4365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62.6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6.8365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19.10%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413502679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2048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1024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137.124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114.8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22.324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20.80%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41951663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2048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2048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245.688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218.5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27.188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21.90%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82192935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256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1024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59.4628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38.8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20.6628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30.80%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63881851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8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512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256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23.4109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22.4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1.0109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26.70%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4616066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9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512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512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41.5939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38.6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2.9939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31.00%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72221306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10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512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1024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78.3258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74.2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4.1258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32.20%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47077683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1024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256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47.6812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39.3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8.3812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30.40%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30814267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12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1024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512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61.8133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80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-18.1867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29.90%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94011084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13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1024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1024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141.149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149.3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-8.151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32%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19752631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14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1024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2048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263.045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267.1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-4.055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35.80%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386287745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28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28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128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512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68.8487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30.5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38.3487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39.20%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9787567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28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28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512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128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45.2395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32.9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12.3395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36.30%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86321766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17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28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28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512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256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56.222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63.9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-7.678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37.40%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843775421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18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28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28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512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512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131.123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128.9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2.223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37.10%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1575267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19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28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28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512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1024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249.129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240.9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8.229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39.70%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47553011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20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56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56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256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128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76.4928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54.5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21.9928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43.80%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421426766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21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56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56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256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256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145.869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101.1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44.769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47.30%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787318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22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56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56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256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512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282.918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191.7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91.218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49.90%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2113108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56289983"/>
      </p:ext>
    </p:extLst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4"/>
          <p:cNvSpPr txBox="1">
            <a:spLocks/>
          </p:cNvSpPr>
          <p:nvPr/>
        </p:nvSpPr>
        <p:spPr>
          <a:xfrm>
            <a:off x="428514" y="110403"/>
            <a:ext cx="11331798" cy="545235"/>
          </a:xfrm>
          <a:prstGeom prst="rect">
            <a:avLst/>
          </a:prstGeom>
        </p:spPr>
        <p:txBody>
          <a:bodyPr/>
          <a:lstStyle>
            <a:lvl1pPr algn="l" defTabSz="912813" rtl="0" eaLnBrk="0" fontAlgn="base" hangingPunct="0">
              <a:spcBef>
                <a:spcPct val="0"/>
              </a:spcBef>
              <a:spcAft>
                <a:spcPct val="0"/>
              </a:spcAft>
              <a:defRPr lang="en-US" sz="2200" b="1" i="1" kern="1200" cap="all" dirty="0">
                <a:solidFill>
                  <a:schemeClr val="tx2"/>
                </a:solidFill>
                <a:latin typeface="Arial" pitchFamily="34" charset="0"/>
                <a:ea typeface="+mj-ea"/>
                <a:cs typeface="Arial" pitchFamily="34" charset="0"/>
              </a:defRPr>
            </a:lvl1pPr>
            <a:lvl2pPr algn="l" defTabSz="912813" rtl="0" eaLnBrk="0" fontAlgn="base" hangingPunct="0">
              <a:spcBef>
                <a:spcPct val="0"/>
              </a:spcBef>
              <a:spcAft>
                <a:spcPct val="0"/>
              </a:spcAft>
              <a:defRPr sz="2200" b="1" i="1">
                <a:solidFill>
                  <a:schemeClr val="tx2"/>
                </a:solidFill>
                <a:latin typeface="Arial" charset="0"/>
                <a:cs typeface="Arial" charset="0"/>
              </a:defRPr>
            </a:lvl2pPr>
            <a:lvl3pPr algn="l" defTabSz="912813" rtl="0" eaLnBrk="0" fontAlgn="base" hangingPunct="0">
              <a:spcBef>
                <a:spcPct val="0"/>
              </a:spcBef>
              <a:spcAft>
                <a:spcPct val="0"/>
              </a:spcAft>
              <a:defRPr sz="2200" b="1" i="1">
                <a:solidFill>
                  <a:schemeClr val="tx2"/>
                </a:solidFill>
                <a:latin typeface="Arial" charset="0"/>
                <a:cs typeface="Arial" charset="0"/>
              </a:defRPr>
            </a:lvl3pPr>
            <a:lvl4pPr algn="l" defTabSz="912813" rtl="0" eaLnBrk="0" fontAlgn="base" hangingPunct="0">
              <a:spcBef>
                <a:spcPct val="0"/>
              </a:spcBef>
              <a:spcAft>
                <a:spcPct val="0"/>
              </a:spcAft>
              <a:defRPr sz="2200" b="1" i="1">
                <a:solidFill>
                  <a:schemeClr val="tx2"/>
                </a:solidFill>
                <a:latin typeface="Arial" charset="0"/>
                <a:cs typeface="Arial" charset="0"/>
              </a:defRPr>
            </a:lvl4pPr>
            <a:lvl5pPr algn="l" defTabSz="912813" rtl="0" eaLnBrk="0" fontAlgn="base" hangingPunct="0">
              <a:spcBef>
                <a:spcPct val="0"/>
              </a:spcBef>
              <a:spcAft>
                <a:spcPct val="0"/>
              </a:spcAft>
              <a:defRPr sz="2200" b="1" i="1">
                <a:solidFill>
                  <a:schemeClr val="tx2"/>
                </a:solidFill>
                <a:latin typeface="Arial" charset="0"/>
                <a:cs typeface="Arial" charset="0"/>
              </a:defRPr>
            </a:lvl5pPr>
            <a:lvl6pPr marL="457200" algn="l" defTabSz="912813" rtl="0" fontAlgn="base">
              <a:spcBef>
                <a:spcPct val="0"/>
              </a:spcBef>
              <a:spcAft>
                <a:spcPct val="0"/>
              </a:spcAft>
              <a:defRPr sz="2200" b="1" i="1">
                <a:solidFill>
                  <a:schemeClr val="tx2"/>
                </a:solidFill>
                <a:latin typeface="Arial" charset="0"/>
                <a:cs typeface="Arial" charset="0"/>
              </a:defRPr>
            </a:lvl6pPr>
            <a:lvl7pPr marL="914400" algn="l" defTabSz="912813" rtl="0" fontAlgn="base">
              <a:spcBef>
                <a:spcPct val="0"/>
              </a:spcBef>
              <a:spcAft>
                <a:spcPct val="0"/>
              </a:spcAft>
              <a:defRPr sz="2200" b="1" i="1">
                <a:solidFill>
                  <a:schemeClr val="tx2"/>
                </a:solidFill>
                <a:latin typeface="Arial" charset="0"/>
                <a:cs typeface="Arial" charset="0"/>
              </a:defRPr>
            </a:lvl7pPr>
            <a:lvl8pPr marL="1371600" algn="l" defTabSz="912813" rtl="0" fontAlgn="base">
              <a:spcBef>
                <a:spcPct val="0"/>
              </a:spcBef>
              <a:spcAft>
                <a:spcPct val="0"/>
              </a:spcAft>
              <a:defRPr sz="2200" b="1" i="1">
                <a:solidFill>
                  <a:schemeClr val="tx2"/>
                </a:solidFill>
                <a:latin typeface="Arial" charset="0"/>
                <a:cs typeface="Arial" charset="0"/>
              </a:defRPr>
            </a:lvl8pPr>
            <a:lvl9pPr marL="1828800" algn="l" defTabSz="912813" rtl="0" fontAlgn="base">
              <a:spcBef>
                <a:spcPct val="0"/>
              </a:spcBef>
              <a:spcAft>
                <a:spcPct val="0"/>
              </a:spcAft>
              <a:defRPr sz="2200" b="1" i="1">
                <a:solidFill>
                  <a:schemeClr val="tx2"/>
                </a:solidFill>
                <a:latin typeface="Arial" charset="0"/>
                <a:cs typeface="Arial" charset="0"/>
              </a:defRPr>
            </a:lvl9pPr>
          </a:lstStyle>
          <a:p>
            <a:pPr>
              <a:defRPr/>
            </a:pPr>
            <a:r>
              <a:rPr lang="en-US" altLang="zh-CN" sz="2600" i="0" dirty="0">
                <a:solidFill>
                  <a:schemeClr val="tx1"/>
                </a:solidFill>
                <a:latin typeface="Calibri" pitchFamily="34" charset="0"/>
                <a:cs typeface="+mj-cs"/>
              </a:rPr>
              <a:t>Performance – gfx900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2A2C9B03-5BE1-4511-AC15-56D68EF411D5}"/>
              </a:ext>
            </a:extLst>
          </p:cNvPr>
          <p:cNvSpPr txBox="1">
            <a:spLocks/>
          </p:cNvSpPr>
          <p:nvPr/>
        </p:nvSpPr>
        <p:spPr bwMode="auto">
          <a:xfrm>
            <a:off x="428514" y="655638"/>
            <a:ext cx="10442686" cy="5824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45720" rIns="0" bIns="45720" numCol="1" anchor="t" anchorCtr="0" compatLnSpc="1">
            <a:prstTxWarp prst="textNoShape">
              <a:avLst/>
            </a:prstTxWarp>
            <a:noAutofit/>
          </a:bodyPr>
          <a:lstStyle>
            <a:lvl1pPr marL="0" indent="0" algn="l" rtl="0" eaLnBrk="0" fontAlgn="base" hangingPunct="0">
              <a:spcBef>
                <a:spcPts val="800"/>
              </a:spcBef>
              <a:spcAft>
                <a:spcPct val="0"/>
              </a:spcAft>
              <a:buClr>
                <a:schemeClr val="tx1"/>
              </a:buClr>
              <a:buFont typeface="Wingdings 3" panose="05040102010807070707" pitchFamily="18" charset="2"/>
              <a:buNone/>
              <a:defRPr sz="1999" b="1" kern="1200">
                <a:solidFill>
                  <a:schemeClr val="tx1"/>
                </a:solidFill>
                <a:latin typeface="Calibri" pitchFamily="34" charset="0"/>
                <a:ea typeface="+mn-ea"/>
                <a:cs typeface="+mn-cs"/>
              </a:defRPr>
            </a:lvl1pPr>
            <a:lvl2pPr marL="457063" indent="0" algn="l" rtl="0" eaLnBrk="0" fontAlgn="base" hangingPunct="0">
              <a:spcBef>
                <a:spcPts val="300"/>
              </a:spcBef>
              <a:spcAft>
                <a:spcPct val="0"/>
              </a:spcAft>
              <a:buClr>
                <a:schemeClr val="tx1"/>
              </a:buClr>
              <a:buFont typeface="Calibri" panose="020F0502020204030204" pitchFamily="34" charset="0"/>
              <a:buNone/>
              <a:defRPr sz="1999" b="1" kern="1200">
                <a:solidFill>
                  <a:schemeClr val="tx1"/>
                </a:solidFill>
                <a:latin typeface="Calibri" pitchFamily="34" charset="0"/>
                <a:ea typeface="+mn-ea"/>
                <a:cs typeface="+mn-cs"/>
              </a:defRPr>
            </a:lvl2pPr>
            <a:lvl3pPr marL="914126" indent="0" algn="l" rtl="0" eaLnBrk="0" fontAlgn="base" hangingPunct="0">
              <a:spcBef>
                <a:spcPts val="300"/>
              </a:spcBef>
              <a:spcAft>
                <a:spcPct val="0"/>
              </a:spcAft>
              <a:buClr>
                <a:schemeClr val="tx1"/>
              </a:buClr>
              <a:buFont typeface="Calibri" panose="020F0502020204030204" pitchFamily="34" charset="0"/>
              <a:buNone/>
              <a:defRPr sz="1799" b="1" kern="1200">
                <a:solidFill>
                  <a:schemeClr val="tx1"/>
                </a:solidFill>
                <a:latin typeface="Calibri" pitchFamily="34" charset="0"/>
                <a:ea typeface="+mn-ea"/>
                <a:cs typeface="+mn-cs"/>
              </a:defRPr>
            </a:lvl3pPr>
            <a:lvl4pPr marL="1371189" indent="0" algn="l" rtl="0" eaLnBrk="0" fontAlgn="base" hangingPunct="0">
              <a:spcBef>
                <a:spcPts val="300"/>
              </a:spcBef>
              <a:spcAft>
                <a:spcPct val="0"/>
              </a:spcAft>
              <a:buClr>
                <a:schemeClr val="tx1"/>
              </a:buClr>
              <a:buFont typeface="Calibri" panose="020F0502020204030204" pitchFamily="34" charset="0"/>
              <a:buNone/>
              <a:defRPr sz="1600" b="1" kern="1200">
                <a:solidFill>
                  <a:schemeClr val="tx1"/>
                </a:solidFill>
                <a:latin typeface="Calibri" pitchFamily="34" charset="0"/>
                <a:ea typeface="+mn-ea"/>
                <a:cs typeface="+mn-cs"/>
              </a:defRPr>
            </a:lvl4pPr>
            <a:lvl5pPr marL="1828251" indent="0" algn="l" rtl="0" eaLnBrk="0" fontAlgn="base" hangingPunct="0">
              <a:spcBef>
                <a:spcPts val="300"/>
              </a:spcBef>
              <a:spcAft>
                <a:spcPct val="0"/>
              </a:spcAft>
              <a:buClr>
                <a:schemeClr val="tx1"/>
              </a:buClr>
              <a:buFont typeface="Calibri" panose="020F0502020204030204" pitchFamily="34" charset="0"/>
              <a:buNone/>
              <a:defRPr sz="1600" b="1" kern="1200">
                <a:solidFill>
                  <a:schemeClr val="tx1"/>
                </a:solidFill>
                <a:latin typeface="Calibri" pitchFamily="34" charset="0"/>
                <a:ea typeface="+mn-ea"/>
                <a:cs typeface="+mn-cs"/>
              </a:defRPr>
            </a:lvl5pPr>
            <a:lvl6pPr marL="2285314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377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440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503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722313" lvl="1" indent="-342900">
              <a:buFont typeface="Arial" panose="020B0604020202020204" pitchFamily="34" charset="0"/>
              <a:buChar char="•"/>
            </a:pPr>
            <a:r>
              <a:rPr lang="en-US" altLang="zh-CN" dirty="0"/>
              <a:t>Conclusion: TensileConv could achieve better performance than MIOpen in some cases</a:t>
            </a:r>
          </a:p>
          <a:p>
            <a:pPr marL="1179376" lvl="2" indent="-342900">
              <a:buFont typeface="Arial" panose="020B0604020202020204" pitchFamily="34" charset="0"/>
              <a:buChar char="•"/>
            </a:pPr>
            <a:r>
              <a:rPr lang="en-US" altLang="zh-CN" dirty="0"/>
              <a:t>Conv 1x1 performance on Vega64, fix dpm7</a:t>
            </a:r>
          </a:p>
          <a:p>
            <a:pPr marL="1179376" lvl="2" indent="-342900">
              <a:buFont typeface="Arial" panose="020B0604020202020204" pitchFamily="34" charset="0"/>
              <a:buChar char="•"/>
            </a:pPr>
            <a:r>
              <a:rPr lang="en-US" altLang="zh-CN" dirty="0"/>
              <a:t>28 different size combination for Conv 1x1</a:t>
            </a:r>
          </a:p>
          <a:p>
            <a:pPr marL="1179376" lvl="2" indent="-342900">
              <a:buFont typeface="Arial" panose="020B0604020202020204" pitchFamily="34" charset="0"/>
              <a:buChar char="•"/>
            </a:pPr>
            <a:r>
              <a:rPr lang="en-US" altLang="zh-CN" dirty="0"/>
              <a:t>Left figure shows MIOpen minus TensileConv runtime </a:t>
            </a:r>
          </a:p>
          <a:p>
            <a:pPr marL="1179376" lvl="2" indent="-342900">
              <a:buFont typeface="Arial" panose="020B0604020202020204" pitchFamily="34" charset="0"/>
              <a:buChar char="•"/>
            </a:pPr>
            <a:r>
              <a:rPr lang="en-US" altLang="zh-CN" dirty="0"/>
              <a:t>Right table is the test size and specific value</a:t>
            </a:r>
          </a:p>
          <a:p>
            <a:pPr marL="1636439" lvl="3" indent="-342900">
              <a:buFont typeface="Arial" panose="020B0604020202020204" pitchFamily="34" charset="0"/>
              <a:buChar char="•"/>
            </a:pPr>
            <a:r>
              <a:rPr lang="en-US" altLang="zh-CN" dirty="0"/>
              <a:t>Using MIOpen 1.7 cloned from </a:t>
            </a:r>
            <a:r>
              <a:rPr lang="en-US" altLang="zh-CN" dirty="0" err="1"/>
              <a:t>github</a:t>
            </a:r>
            <a:r>
              <a:rPr lang="en-US" altLang="zh-CN" dirty="0"/>
              <a:t> on Jan. 25 </a:t>
            </a:r>
          </a:p>
          <a:p>
            <a:pPr marL="1636439" lvl="3" indent="-342900">
              <a:buFont typeface="Arial" panose="020B0604020202020204" pitchFamily="34" charset="0"/>
              <a:buChar char="•"/>
            </a:pPr>
            <a:r>
              <a:rPr lang="en-US" altLang="zh-CN" dirty="0"/>
              <a:t>Set MIOPEN_FIND_ENFORCE=4 environment </a:t>
            </a:r>
          </a:p>
          <a:p>
            <a:pPr marL="1636439" lvl="3" indent="-342900">
              <a:buFont typeface="Arial" panose="020B0604020202020204" pitchFamily="34" charset="0"/>
              <a:buChar char="•"/>
            </a:pPr>
            <a:r>
              <a:rPr lang="en-US" altLang="zh-CN" dirty="0"/>
              <a:t>Using </a:t>
            </a:r>
            <a:r>
              <a:rPr lang="en-US" altLang="zh-CN" dirty="0" err="1"/>
              <a:t>MIOpenDriver</a:t>
            </a:r>
            <a:r>
              <a:rPr lang="en-US" altLang="zh-CN" dirty="0"/>
              <a:t> and set –s 1 parameter 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8478D416-71BF-4DD9-96B8-8DE418741C8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48396381"/>
              </p:ext>
            </p:extLst>
          </p:nvPr>
        </p:nvGraphicFramePr>
        <p:xfrm>
          <a:off x="812800" y="3429000"/>
          <a:ext cx="45720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86285CAD-5214-4DB5-8300-35147A71A8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8366422"/>
              </p:ext>
            </p:extLst>
          </p:nvPr>
        </p:nvGraphicFramePr>
        <p:xfrm>
          <a:off x="6273911" y="2232163"/>
          <a:ext cx="5486400" cy="42481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09600">
                  <a:extLst>
                    <a:ext uri="{9D8B030D-6E8A-4147-A177-3AD203B41FA5}">
                      <a16:colId xmlns:a16="http://schemas.microsoft.com/office/drawing/2014/main" val="1109039287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102151657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22569738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426113686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655585666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15350105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192394717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4978673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672228277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ID 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W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H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C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P4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Tensile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Diff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Efficiency 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4441631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512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2048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83.6218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57.2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26.4218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20.90%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25114347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2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1024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512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37.025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29.7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7.325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20.10%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485901661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1024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1024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86.1411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61.4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24.7411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19.50%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5260185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2048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512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69.4365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62.6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6.8365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19.10%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67461709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2048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1024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137.124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114.8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22.324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20.80%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37281086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2048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2048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245.688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218.5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27.188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21.90%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513711811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256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1024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59.4628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38.8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20.6628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30.80%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57211334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512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256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23.4109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22.4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1.0109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26.70%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409633718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512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512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41.5939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38.6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2.9939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31.00%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68596555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512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1024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78.3258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74.2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4.1258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32.20%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2888829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11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1024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256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47.6812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39.3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8.3812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30.40%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430032531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1024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512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61.8133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80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-18.1867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29.90%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01340488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1024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1024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141.149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149.3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-8.151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32%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85985483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14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1024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2048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263.045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267.1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-4.055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35.80%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06946487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28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28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128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512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68.8487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30.5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38.3487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39.20%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47566706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16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28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28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512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128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45.2395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32.9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12.3395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36.30%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4056078575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17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28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28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512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256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56.222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63.9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-7.678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37.40%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81584287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28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28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512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512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131.123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128.9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2.223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37.10%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31841891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19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28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28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512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1024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249.129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240.9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8.229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39.70%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5306717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20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56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56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256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128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76.4928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54.5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21.9928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43.80%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72816357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21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56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56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256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256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145.869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101.1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44.769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47.30%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17457789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22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56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56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256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512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282.918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191.7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91.218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49.90%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8482236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98134739"/>
      </p:ext>
    </p:extLst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4"/>
          <p:cNvSpPr txBox="1">
            <a:spLocks/>
          </p:cNvSpPr>
          <p:nvPr/>
        </p:nvSpPr>
        <p:spPr>
          <a:xfrm>
            <a:off x="428514" y="110403"/>
            <a:ext cx="11331798" cy="1349429"/>
          </a:xfrm>
          <a:prstGeom prst="rect">
            <a:avLst/>
          </a:prstGeom>
        </p:spPr>
        <p:txBody>
          <a:bodyPr/>
          <a:lstStyle>
            <a:lvl1pPr algn="l" defTabSz="912813" rtl="0" eaLnBrk="0" fontAlgn="base" hangingPunct="0">
              <a:spcBef>
                <a:spcPct val="0"/>
              </a:spcBef>
              <a:spcAft>
                <a:spcPct val="0"/>
              </a:spcAft>
              <a:defRPr lang="en-US" sz="2200" b="1" i="1" kern="1200" cap="all" dirty="0">
                <a:solidFill>
                  <a:schemeClr val="tx2"/>
                </a:solidFill>
                <a:latin typeface="Arial" pitchFamily="34" charset="0"/>
                <a:ea typeface="+mj-ea"/>
                <a:cs typeface="Arial" pitchFamily="34" charset="0"/>
              </a:defRPr>
            </a:lvl1pPr>
            <a:lvl2pPr algn="l" defTabSz="912813" rtl="0" eaLnBrk="0" fontAlgn="base" hangingPunct="0">
              <a:spcBef>
                <a:spcPct val="0"/>
              </a:spcBef>
              <a:spcAft>
                <a:spcPct val="0"/>
              </a:spcAft>
              <a:defRPr sz="2200" b="1" i="1">
                <a:solidFill>
                  <a:schemeClr val="tx2"/>
                </a:solidFill>
                <a:latin typeface="Arial" charset="0"/>
                <a:cs typeface="Arial" charset="0"/>
              </a:defRPr>
            </a:lvl2pPr>
            <a:lvl3pPr algn="l" defTabSz="912813" rtl="0" eaLnBrk="0" fontAlgn="base" hangingPunct="0">
              <a:spcBef>
                <a:spcPct val="0"/>
              </a:spcBef>
              <a:spcAft>
                <a:spcPct val="0"/>
              </a:spcAft>
              <a:defRPr sz="2200" b="1" i="1">
                <a:solidFill>
                  <a:schemeClr val="tx2"/>
                </a:solidFill>
                <a:latin typeface="Arial" charset="0"/>
                <a:cs typeface="Arial" charset="0"/>
              </a:defRPr>
            </a:lvl3pPr>
            <a:lvl4pPr algn="l" defTabSz="912813" rtl="0" eaLnBrk="0" fontAlgn="base" hangingPunct="0">
              <a:spcBef>
                <a:spcPct val="0"/>
              </a:spcBef>
              <a:spcAft>
                <a:spcPct val="0"/>
              </a:spcAft>
              <a:defRPr sz="2200" b="1" i="1">
                <a:solidFill>
                  <a:schemeClr val="tx2"/>
                </a:solidFill>
                <a:latin typeface="Arial" charset="0"/>
                <a:cs typeface="Arial" charset="0"/>
              </a:defRPr>
            </a:lvl4pPr>
            <a:lvl5pPr algn="l" defTabSz="912813" rtl="0" eaLnBrk="0" fontAlgn="base" hangingPunct="0">
              <a:spcBef>
                <a:spcPct val="0"/>
              </a:spcBef>
              <a:spcAft>
                <a:spcPct val="0"/>
              </a:spcAft>
              <a:defRPr sz="2200" b="1" i="1">
                <a:solidFill>
                  <a:schemeClr val="tx2"/>
                </a:solidFill>
                <a:latin typeface="Arial" charset="0"/>
                <a:cs typeface="Arial" charset="0"/>
              </a:defRPr>
            </a:lvl5pPr>
            <a:lvl6pPr marL="457200" algn="l" defTabSz="912813" rtl="0" fontAlgn="base">
              <a:spcBef>
                <a:spcPct val="0"/>
              </a:spcBef>
              <a:spcAft>
                <a:spcPct val="0"/>
              </a:spcAft>
              <a:defRPr sz="2200" b="1" i="1">
                <a:solidFill>
                  <a:schemeClr val="tx2"/>
                </a:solidFill>
                <a:latin typeface="Arial" charset="0"/>
                <a:cs typeface="Arial" charset="0"/>
              </a:defRPr>
            </a:lvl6pPr>
            <a:lvl7pPr marL="914400" algn="l" defTabSz="912813" rtl="0" fontAlgn="base">
              <a:spcBef>
                <a:spcPct val="0"/>
              </a:spcBef>
              <a:spcAft>
                <a:spcPct val="0"/>
              </a:spcAft>
              <a:defRPr sz="2200" b="1" i="1">
                <a:solidFill>
                  <a:schemeClr val="tx2"/>
                </a:solidFill>
                <a:latin typeface="Arial" charset="0"/>
                <a:cs typeface="Arial" charset="0"/>
              </a:defRPr>
            </a:lvl7pPr>
            <a:lvl8pPr marL="1371600" algn="l" defTabSz="912813" rtl="0" fontAlgn="base">
              <a:spcBef>
                <a:spcPct val="0"/>
              </a:spcBef>
              <a:spcAft>
                <a:spcPct val="0"/>
              </a:spcAft>
              <a:defRPr sz="2200" b="1" i="1">
                <a:solidFill>
                  <a:schemeClr val="tx2"/>
                </a:solidFill>
                <a:latin typeface="Arial" charset="0"/>
                <a:cs typeface="Arial" charset="0"/>
              </a:defRPr>
            </a:lvl8pPr>
            <a:lvl9pPr marL="1828800" algn="l" defTabSz="912813" rtl="0" fontAlgn="base">
              <a:spcBef>
                <a:spcPct val="0"/>
              </a:spcBef>
              <a:spcAft>
                <a:spcPct val="0"/>
              </a:spcAft>
              <a:defRPr sz="2200" b="1" i="1">
                <a:solidFill>
                  <a:schemeClr val="tx2"/>
                </a:solidFill>
                <a:latin typeface="Arial" charset="0"/>
                <a:cs typeface="Arial" charset="0"/>
              </a:defRPr>
            </a:lvl9pPr>
          </a:lstStyle>
          <a:p>
            <a:pPr>
              <a:defRPr/>
            </a:pPr>
            <a:r>
              <a:rPr lang="en-US" altLang="zh-CN" sz="2600" i="0" dirty="0">
                <a:solidFill>
                  <a:schemeClr val="tx1"/>
                </a:solidFill>
                <a:latin typeface="Calibri" pitchFamily="34" charset="0"/>
                <a:cs typeface="+mj-cs"/>
              </a:rPr>
              <a:t>Auto tuning – Genetic algorithm </a:t>
            </a:r>
            <a:endParaRPr lang="en-US" sz="2600" i="0" dirty="0">
              <a:solidFill>
                <a:schemeClr val="tx1"/>
              </a:solidFill>
              <a:latin typeface="Calibri" pitchFamily="34" charset="0"/>
              <a:cs typeface="+mj-cs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360B63D-51E7-4B1C-99E5-D4B63933D515}"/>
              </a:ext>
            </a:extLst>
          </p:cNvPr>
          <p:cNvSpPr txBox="1">
            <a:spLocks/>
          </p:cNvSpPr>
          <p:nvPr/>
        </p:nvSpPr>
        <p:spPr bwMode="auto">
          <a:xfrm>
            <a:off x="428513" y="655638"/>
            <a:ext cx="11000587" cy="5824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45720" rIns="0" bIns="45720" numCol="1" anchor="t" anchorCtr="0" compatLnSpc="1">
            <a:prstTxWarp prst="textNoShape">
              <a:avLst/>
            </a:prstTxWarp>
            <a:noAutofit/>
          </a:bodyPr>
          <a:lstStyle>
            <a:lvl1pPr marL="0" indent="0" algn="l" rtl="0" eaLnBrk="0" fontAlgn="base" hangingPunct="0">
              <a:spcBef>
                <a:spcPts val="800"/>
              </a:spcBef>
              <a:spcAft>
                <a:spcPct val="0"/>
              </a:spcAft>
              <a:buClr>
                <a:schemeClr val="tx1"/>
              </a:buClr>
              <a:buFont typeface="Wingdings 3" panose="05040102010807070707" pitchFamily="18" charset="2"/>
              <a:buNone/>
              <a:defRPr sz="1999" b="1" kern="1200">
                <a:solidFill>
                  <a:schemeClr val="tx1"/>
                </a:solidFill>
                <a:latin typeface="Calibri" pitchFamily="34" charset="0"/>
                <a:ea typeface="+mn-ea"/>
                <a:cs typeface="+mn-cs"/>
              </a:defRPr>
            </a:lvl1pPr>
            <a:lvl2pPr marL="457063" indent="0" algn="l" rtl="0" eaLnBrk="0" fontAlgn="base" hangingPunct="0">
              <a:spcBef>
                <a:spcPts val="300"/>
              </a:spcBef>
              <a:spcAft>
                <a:spcPct val="0"/>
              </a:spcAft>
              <a:buClr>
                <a:schemeClr val="tx1"/>
              </a:buClr>
              <a:buFont typeface="Calibri" panose="020F0502020204030204" pitchFamily="34" charset="0"/>
              <a:buNone/>
              <a:defRPr sz="1999" b="1" kern="1200">
                <a:solidFill>
                  <a:schemeClr val="tx1"/>
                </a:solidFill>
                <a:latin typeface="Calibri" pitchFamily="34" charset="0"/>
                <a:ea typeface="+mn-ea"/>
                <a:cs typeface="+mn-cs"/>
              </a:defRPr>
            </a:lvl2pPr>
            <a:lvl3pPr marL="914126" indent="0" algn="l" rtl="0" eaLnBrk="0" fontAlgn="base" hangingPunct="0">
              <a:spcBef>
                <a:spcPts val="300"/>
              </a:spcBef>
              <a:spcAft>
                <a:spcPct val="0"/>
              </a:spcAft>
              <a:buClr>
                <a:schemeClr val="tx1"/>
              </a:buClr>
              <a:buFont typeface="Calibri" panose="020F0502020204030204" pitchFamily="34" charset="0"/>
              <a:buNone/>
              <a:defRPr sz="1799" b="1" kern="1200">
                <a:solidFill>
                  <a:schemeClr val="tx1"/>
                </a:solidFill>
                <a:latin typeface="Calibri" pitchFamily="34" charset="0"/>
                <a:ea typeface="+mn-ea"/>
                <a:cs typeface="+mn-cs"/>
              </a:defRPr>
            </a:lvl3pPr>
            <a:lvl4pPr marL="1371189" indent="0" algn="l" rtl="0" eaLnBrk="0" fontAlgn="base" hangingPunct="0">
              <a:spcBef>
                <a:spcPts val="300"/>
              </a:spcBef>
              <a:spcAft>
                <a:spcPct val="0"/>
              </a:spcAft>
              <a:buClr>
                <a:schemeClr val="tx1"/>
              </a:buClr>
              <a:buFont typeface="Calibri" panose="020F0502020204030204" pitchFamily="34" charset="0"/>
              <a:buNone/>
              <a:defRPr sz="1600" b="1" kern="1200">
                <a:solidFill>
                  <a:schemeClr val="tx1"/>
                </a:solidFill>
                <a:latin typeface="Calibri" pitchFamily="34" charset="0"/>
                <a:ea typeface="+mn-ea"/>
                <a:cs typeface="+mn-cs"/>
              </a:defRPr>
            </a:lvl4pPr>
            <a:lvl5pPr marL="1828251" indent="0" algn="l" rtl="0" eaLnBrk="0" fontAlgn="base" hangingPunct="0">
              <a:spcBef>
                <a:spcPts val="300"/>
              </a:spcBef>
              <a:spcAft>
                <a:spcPct val="0"/>
              </a:spcAft>
              <a:buClr>
                <a:schemeClr val="tx1"/>
              </a:buClr>
              <a:buFont typeface="Calibri" panose="020F0502020204030204" pitchFamily="34" charset="0"/>
              <a:buNone/>
              <a:defRPr sz="1600" b="1" kern="1200">
                <a:solidFill>
                  <a:schemeClr val="tx1"/>
                </a:solidFill>
                <a:latin typeface="Calibri" pitchFamily="34" charset="0"/>
                <a:ea typeface="+mn-ea"/>
                <a:cs typeface="+mn-cs"/>
              </a:defRPr>
            </a:lvl5pPr>
            <a:lvl6pPr marL="2285314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377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440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503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722313" lvl="1" indent="-342900">
              <a:buFont typeface="Arial" panose="020B0604020202020204" pitchFamily="34" charset="0"/>
              <a:buChar char="•"/>
            </a:pPr>
            <a:r>
              <a:rPr lang="en-US" altLang="zh-CN" dirty="0"/>
              <a:t>Conclusion: genetic algorithm searching method can greatly shortened the tuning time, while achieve almost the same </a:t>
            </a:r>
            <a:r>
              <a:rPr lang="en-US" altLang="zh-CN"/>
              <a:t>performance </a:t>
            </a:r>
            <a:endParaRPr lang="en-US" altLang="zh-CN" dirty="0"/>
          </a:p>
          <a:p>
            <a:pPr marL="1179376" lvl="2" indent="-342900">
              <a:buFont typeface="Arial" panose="020B0604020202020204" pitchFamily="34" charset="0"/>
              <a:buChar char="•"/>
            </a:pPr>
            <a:r>
              <a:rPr lang="en-US" altLang="zh-CN" dirty="0"/>
              <a:t>Test 10 different size on Vega64 fix dpm7</a:t>
            </a:r>
          </a:p>
          <a:p>
            <a:pPr marL="1179376" lvl="2" indent="-342900">
              <a:buFont typeface="Arial" panose="020B0604020202020204" pitchFamily="34" charset="0"/>
              <a:buChar char="•"/>
            </a:pPr>
            <a:r>
              <a:rPr lang="en-US" altLang="zh-CN" dirty="0"/>
              <a:t>using both brute-force and genetic for each case  </a:t>
            </a:r>
          </a:p>
          <a:p>
            <a:pPr marL="1179376" lvl="2" indent="-342900">
              <a:buFont typeface="Arial" panose="020B0604020202020204" pitchFamily="34" charset="0"/>
              <a:buChar char="•"/>
            </a:pPr>
            <a:r>
              <a:rPr lang="en-US" altLang="zh-CN" dirty="0"/>
              <a:t>Figure 1 shows the searching time</a:t>
            </a:r>
          </a:p>
          <a:p>
            <a:pPr marL="836476" lvl="2"/>
            <a:r>
              <a:rPr lang="en-US" altLang="zh-CN" dirty="0"/>
              <a:t>       the less the better </a:t>
            </a:r>
          </a:p>
          <a:p>
            <a:pPr marL="1179376" lvl="2" indent="-342900">
              <a:buFont typeface="Arial" panose="020B0604020202020204" pitchFamily="34" charset="0"/>
              <a:buChar char="•"/>
            </a:pPr>
            <a:r>
              <a:rPr lang="en-US" altLang="zh-CN" dirty="0"/>
              <a:t>Figure 2 shows the kernel performance </a:t>
            </a:r>
          </a:p>
          <a:p>
            <a:pPr marL="836476" lvl="2"/>
            <a:r>
              <a:rPr lang="en-US" altLang="zh-CN" dirty="0"/>
              <a:t>	     the closer the better  </a:t>
            </a:r>
          </a:p>
          <a:p>
            <a:pPr marL="1179376" lvl="2" indent="-342900">
              <a:buFont typeface="Arial" panose="020B0604020202020204" pitchFamily="34" charset="0"/>
              <a:buChar char="•"/>
            </a:pPr>
            <a:r>
              <a:rPr lang="en-US" altLang="zh-CN" dirty="0"/>
              <a:t>Right table show the specific value </a:t>
            </a:r>
            <a:endParaRPr lang="en-US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A1A41C8-9BD4-4AF9-8609-BAC750179D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7532255"/>
              </p:ext>
            </p:extLst>
          </p:nvPr>
        </p:nvGraphicFramePr>
        <p:xfrm>
          <a:off x="428512" y="4129893"/>
          <a:ext cx="5675955" cy="2189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15089">
                  <a:extLst>
                    <a:ext uri="{9D8B030D-6E8A-4147-A177-3AD203B41FA5}">
                      <a16:colId xmlns:a16="http://schemas.microsoft.com/office/drawing/2014/main" val="538982558"/>
                    </a:ext>
                  </a:extLst>
                </a:gridCol>
                <a:gridCol w="849732">
                  <a:extLst>
                    <a:ext uri="{9D8B030D-6E8A-4147-A177-3AD203B41FA5}">
                      <a16:colId xmlns:a16="http://schemas.microsoft.com/office/drawing/2014/main" val="343754491"/>
                    </a:ext>
                  </a:extLst>
                </a:gridCol>
                <a:gridCol w="965200">
                  <a:extLst>
                    <a:ext uri="{9D8B030D-6E8A-4147-A177-3AD203B41FA5}">
                      <a16:colId xmlns:a16="http://schemas.microsoft.com/office/drawing/2014/main" val="4255699194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3665160036"/>
                    </a:ext>
                  </a:extLst>
                </a:gridCol>
                <a:gridCol w="804334">
                  <a:extLst>
                    <a:ext uri="{9D8B030D-6E8A-4147-A177-3AD203B41FA5}">
                      <a16:colId xmlns:a16="http://schemas.microsoft.com/office/drawing/2014/main" val="3090963069"/>
                    </a:ext>
                  </a:extLst>
                </a:gridCol>
                <a:gridCol w="897466">
                  <a:extLst>
                    <a:ext uri="{9D8B030D-6E8A-4147-A177-3AD203B41FA5}">
                      <a16:colId xmlns:a16="http://schemas.microsoft.com/office/drawing/2014/main" val="4192764763"/>
                    </a:ext>
                  </a:extLst>
                </a:gridCol>
                <a:gridCol w="931334">
                  <a:extLst>
                    <a:ext uri="{9D8B030D-6E8A-4147-A177-3AD203B41FA5}">
                      <a16:colId xmlns:a16="http://schemas.microsoft.com/office/drawing/2014/main" val="3815396551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ID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brust</a:t>
                      </a:r>
                      <a:r>
                        <a:rPr lang="en-US" sz="1100" u="none" strike="noStrike" dirty="0">
                          <a:effectLst/>
                        </a:rPr>
                        <a:t> search</a:t>
                      </a:r>
                    </a:p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time(s)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gene search</a:t>
                      </a:r>
                    </a:p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time(s)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brust</a:t>
                      </a:r>
                      <a:r>
                        <a:rPr lang="en-US" sz="1100" u="none" strike="noStrike" dirty="0">
                          <a:effectLst/>
                        </a:rPr>
                        <a:t> perf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gene perf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brust</a:t>
                      </a:r>
                      <a:r>
                        <a:rPr lang="en-US" sz="1100" u="none" strike="noStrike" dirty="0">
                          <a:effectLst/>
                        </a:rPr>
                        <a:t> </a:t>
                      </a:r>
                      <a:r>
                        <a:rPr lang="en-US" altLang="zh-CN" sz="1100" u="none" strike="noStrike" dirty="0">
                          <a:effectLst/>
                        </a:rPr>
                        <a:t>kernel </a:t>
                      </a:r>
                      <a:endParaRPr lang="en-US" sz="1100" u="none" strike="noStrike" dirty="0">
                        <a:effectLst/>
                      </a:endParaRPr>
                    </a:p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run time(us)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Gene kernel </a:t>
                      </a:r>
                    </a:p>
                    <a:p>
                      <a:pPr algn="ctr" fontAlgn="ctr"/>
                      <a:r>
                        <a:rPr lang="en-US" altLang="zh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Run time (us)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650867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146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38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53.60%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48.90%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459.774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503.152</a:t>
                      </a: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2482591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2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119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29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46.70%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46.80%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263.547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262.969</a:t>
                      </a: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187553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3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118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28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45.30%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45.20%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272.007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272.169</a:t>
                      </a: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05728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124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32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58.20%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57.90%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211.634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212.701</a:t>
                      </a: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131582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123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31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49.20%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49.60%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250.48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248.287</a:t>
                      </a: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343738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107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27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58.00%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57.90%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106.195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106.388</a:t>
                      </a: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021461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133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38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60.10%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60.00%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204.819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205.279</a:t>
                      </a: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406549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126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32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58.20%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53.10%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211.679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232.094</a:t>
                      </a: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3728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195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51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54.40%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54.20%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904.761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909.043</a:t>
                      </a: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216216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10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144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36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57.80%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57.90%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426.336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425.402</a:t>
                      </a:r>
                    </a:p>
                  </a:txBody>
                  <a:tcPr marL="6350" marR="6350" marT="6350" marB="0"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9881738"/>
                  </a:ext>
                </a:extLst>
              </a:tr>
            </a:tbl>
          </a:graphicData>
        </a:graphic>
      </p:graphicFrame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D0BE8ABB-EED2-41C7-A56B-EDB2688C68D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76157726"/>
              </p:ext>
            </p:extLst>
          </p:nvPr>
        </p:nvGraphicFramePr>
        <p:xfrm>
          <a:off x="7008812" y="1092200"/>
          <a:ext cx="4116388" cy="2336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6D404DD0-D1CE-433A-91B8-D1B791BB8CF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8703517"/>
              </p:ext>
            </p:extLst>
          </p:nvPr>
        </p:nvGraphicFramePr>
        <p:xfrm>
          <a:off x="7008812" y="3889567"/>
          <a:ext cx="4294188" cy="242980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2347368333"/>
      </p:ext>
    </p:extLst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4"/>
          <p:cNvSpPr txBox="1">
            <a:spLocks/>
          </p:cNvSpPr>
          <p:nvPr/>
        </p:nvSpPr>
        <p:spPr>
          <a:xfrm>
            <a:off x="428514" y="110404"/>
            <a:ext cx="11331798" cy="545234"/>
          </a:xfrm>
          <a:prstGeom prst="rect">
            <a:avLst/>
          </a:prstGeom>
        </p:spPr>
        <p:txBody>
          <a:bodyPr/>
          <a:lstStyle>
            <a:lvl1pPr algn="l" defTabSz="912813" rtl="0" eaLnBrk="0" fontAlgn="base" hangingPunct="0">
              <a:spcBef>
                <a:spcPct val="0"/>
              </a:spcBef>
              <a:spcAft>
                <a:spcPct val="0"/>
              </a:spcAft>
              <a:defRPr lang="en-US" sz="2200" b="1" i="1" kern="1200" cap="all" dirty="0">
                <a:solidFill>
                  <a:schemeClr val="tx2"/>
                </a:solidFill>
                <a:latin typeface="Arial" pitchFamily="34" charset="0"/>
                <a:ea typeface="+mj-ea"/>
                <a:cs typeface="Arial" pitchFamily="34" charset="0"/>
              </a:defRPr>
            </a:lvl1pPr>
            <a:lvl2pPr algn="l" defTabSz="912813" rtl="0" eaLnBrk="0" fontAlgn="base" hangingPunct="0">
              <a:spcBef>
                <a:spcPct val="0"/>
              </a:spcBef>
              <a:spcAft>
                <a:spcPct val="0"/>
              </a:spcAft>
              <a:defRPr sz="2200" b="1" i="1">
                <a:solidFill>
                  <a:schemeClr val="tx2"/>
                </a:solidFill>
                <a:latin typeface="Arial" charset="0"/>
                <a:cs typeface="Arial" charset="0"/>
              </a:defRPr>
            </a:lvl2pPr>
            <a:lvl3pPr algn="l" defTabSz="912813" rtl="0" eaLnBrk="0" fontAlgn="base" hangingPunct="0">
              <a:spcBef>
                <a:spcPct val="0"/>
              </a:spcBef>
              <a:spcAft>
                <a:spcPct val="0"/>
              </a:spcAft>
              <a:defRPr sz="2200" b="1" i="1">
                <a:solidFill>
                  <a:schemeClr val="tx2"/>
                </a:solidFill>
                <a:latin typeface="Arial" charset="0"/>
                <a:cs typeface="Arial" charset="0"/>
              </a:defRPr>
            </a:lvl3pPr>
            <a:lvl4pPr algn="l" defTabSz="912813" rtl="0" eaLnBrk="0" fontAlgn="base" hangingPunct="0">
              <a:spcBef>
                <a:spcPct val="0"/>
              </a:spcBef>
              <a:spcAft>
                <a:spcPct val="0"/>
              </a:spcAft>
              <a:defRPr sz="2200" b="1" i="1">
                <a:solidFill>
                  <a:schemeClr val="tx2"/>
                </a:solidFill>
                <a:latin typeface="Arial" charset="0"/>
                <a:cs typeface="Arial" charset="0"/>
              </a:defRPr>
            </a:lvl4pPr>
            <a:lvl5pPr algn="l" defTabSz="912813" rtl="0" eaLnBrk="0" fontAlgn="base" hangingPunct="0">
              <a:spcBef>
                <a:spcPct val="0"/>
              </a:spcBef>
              <a:spcAft>
                <a:spcPct val="0"/>
              </a:spcAft>
              <a:defRPr sz="2200" b="1" i="1">
                <a:solidFill>
                  <a:schemeClr val="tx2"/>
                </a:solidFill>
                <a:latin typeface="Arial" charset="0"/>
                <a:cs typeface="Arial" charset="0"/>
              </a:defRPr>
            </a:lvl5pPr>
            <a:lvl6pPr marL="457200" algn="l" defTabSz="912813" rtl="0" fontAlgn="base">
              <a:spcBef>
                <a:spcPct val="0"/>
              </a:spcBef>
              <a:spcAft>
                <a:spcPct val="0"/>
              </a:spcAft>
              <a:defRPr sz="2200" b="1" i="1">
                <a:solidFill>
                  <a:schemeClr val="tx2"/>
                </a:solidFill>
                <a:latin typeface="Arial" charset="0"/>
                <a:cs typeface="Arial" charset="0"/>
              </a:defRPr>
            </a:lvl6pPr>
            <a:lvl7pPr marL="914400" algn="l" defTabSz="912813" rtl="0" fontAlgn="base">
              <a:spcBef>
                <a:spcPct val="0"/>
              </a:spcBef>
              <a:spcAft>
                <a:spcPct val="0"/>
              </a:spcAft>
              <a:defRPr sz="2200" b="1" i="1">
                <a:solidFill>
                  <a:schemeClr val="tx2"/>
                </a:solidFill>
                <a:latin typeface="Arial" charset="0"/>
                <a:cs typeface="Arial" charset="0"/>
              </a:defRPr>
            </a:lvl7pPr>
            <a:lvl8pPr marL="1371600" algn="l" defTabSz="912813" rtl="0" fontAlgn="base">
              <a:spcBef>
                <a:spcPct val="0"/>
              </a:spcBef>
              <a:spcAft>
                <a:spcPct val="0"/>
              </a:spcAft>
              <a:defRPr sz="2200" b="1" i="1">
                <a:solidFill>
                  <a:schemeClr val="tx2"/>
                </a:solidFill>
                <a:latin typeface="Arial" charset="0"/>
                <a:cs typeface="Arial" charset="0"/>
              </a:defRPr>
            </a:lvl8pPr>
            <a:lvl9pPr marL="1828800" algn="l" defTabSz="912813" rtl="0" fontAlgn="base">
              <a:spcBef>
                <a:spcPct val="0"/>
              </a:spcBef>
              <a:spcAft>
                <a:spcPct val="0"/>
              </a:spcAft>
              <a:defRPr sz="2200" b="1" i="1">
                <a:solidFill>
                  <a:schemeClr val="tx2"/>
                </a:solidFill>
                <a:latin typeface="Arial" charset="0"/>
                <a:cs typeface="Arial" charset="0"/>
              </a:defRPr>
            </a:lvl9pPr>
          </a:lstStyle>
          <a:p>
            <a:pPr>
              <a:defRPr/>
            </a:pPr>
            <a:r>
              <a:rPr lang="en-US" altLang="zh-CN" sz="2600" i="0" dirty="0">
                <a:solidFill>
                  <a:schemeClr val="tx1"/>
                </a:solidFill>
                <a:latin typeface="Calibri" pitchFamily="34" charset="0"/>
                <a:cs typeface="+mj-cs"/>
              </a:rPr>
              <a:t>Future work  </a:t>
            </a:r>
            <a:r>
              <a:rPr lang="en-US" sz="2600" i="0" dirty="0">
                <a:solidFill>
                  <a:schemeClr val="tx1"/>
                </a:solidFill>
                <a:latin typeface="Calibri" pitchFamily="34" charset="0"/>
                <a:cs typeface="+mj-cs"/>
              </a:rPr>
              <a:t> 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2A2C9B03-5BE1-4511-AC15-56D68EF411D5}"/>
              </a:ext>
            </a:extLst>
          </p:cNvPr>
          <p:cNvSpPr txBox="1">
            <a:spLocks/>
          </p:cNvSpPr>
          <p:nvPr/>
        </p:nvSpPr>
        <p:spPr bwMode="auto">
          <a:xfrm>
            <a:off x="308227" y="655637"/>
            <a:ext cx="11331798" cy="5824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45720" rIns="0" bIns="45720" numCol="1" anchor="t" anchorCtr="0" compatLnSpc="1">
            <a:prstTxWarp prst="textNoShape">
              <a:avLst/>
            </a:prstTxWarp>
            <a:noAutofit/>
          </a:bodyPr>
          <a:lstStyle>
            <a:lvl1pPr marL="0" indent="0" algn="l" rtl="0" eaLnBrk="0" fontAlgn="base" hangingPunct="0">
              <a:spcBef>
                <a:spcPts val="800"/>
              </a:spcBef>
              <a:spcAft>
                <a:spcPct val="0"/>
              </a:spcAft>
              <a:buClr>
                <a:schemeClr val="tx1"/>
              </a:buClr>
              <a:buFont typeface="Wingdings 3" panose="05040102010807070707" pitchFamily="18" charset="2"/>
              <a:buNone/>
              <a:defRPr sz="1999" b="1" kern="1200">
                <a:solidFill>
                  <a:schemeClr val="tx1"/>
                </a:solidFill>
                <a:latin typeface="Calibri" pitchFamily="34" charset="0"/>
                <a:ea typeface="+mn-ea"/>
                <a:cs typeface="+mn-cs"/>
              </a:defRPr>
            </a:lvl1pPr>
            <a:lvl2pPr marL="457063" indent="0" algn="l" rtl="0" eaLnBrk="0" fontAlgn="base" hangingPunct="0">
              <a:spcBef>
                <a:spcPts val="300"/>
              </a:spcBef>
              <a:spcAft>
                <a:spcPct val="0"/>
              </a:spcAft>
              <a:buClr>
                <a:schemeClr val="tx1"/>
              </a:buClr>
              <a:buFont typeface="Calibri" panose="020F0502020204030204" pitchFamily="34" charset="0"/>
              <a:buNone/>
              <a:defRPr sz="1999" b="1" kern="1200">
                <a:solidFill>
                  <a:schemeClr val="tx1"/>
                </a:solidFill>
                <a:latin typeface="Calibri" pitchFamily="34" charset="0"/>
                <a:ea typeface="+mn-ea"/>
                <a:cs typeface="+mn-cs"/>
              </a:defRPr>
            </a:lvl2pPr>
            <a:lvl3pPr marL="914126" indent="0" algn="l" rtl="0" eaLnBrk="0" fontAlgn="base" hangingPunct="0">
              <a:spcBef>
                <a:spcPts val="300"/>
              </a:spcBef>
              <a:spcAft>
                <a:spcPct val="0"/>
              </a:spcAft>
              <a:buClr>
                <a:schemeClr val="tx1"/>
              </a:buClr>
              <a:buFont typeface="Calibri" panose="020F0502020204030204" pitchFamily="34" charset="0"/>
              <a:buNone/>
              <a:defRPr sz="1799" b="1" kern="1200">
                <a:solidFill>
                  <a:schemeClr val="tx1"/>
                </a:solidFill>
                <a:latin typeface="Calibri" pitchFamily="34" charset="0"/>
                <a:ea typeface="+mn-ea"/>
                <a:cs typeface="+mn-cs"/>
              </a:defRPr>
            </a:lvl3pPr>
            <a:lvl4pPr marL="1371189" indent="0" algn="l" rtl="0" eaLnBrk="0" fontAlgn="base" hangingPunct="0">
              <a:spcBef>
                <a:spcPts val="300"/>
              </a:spcBef>
              <a:spcAft>
                <a:spcPct val="0"/>
              </a:spcAft>
              <a:buClr>
                <a:schemeClr val="tx1"/>
              </a:buClr>
              <a:buFont typeface="Calibri" panose="020F0502020204030204" pitchFamily="34" charset="0"/>
              <a:buNone/>
              <a:defRPr sz="1600" b="1" kern="1200">
                <a:solidFill>
                  <a:schemeClr val="tx1"/>
                </a:solidFill>
                <a:latin typeface="Calibri" pitchFamily="34" charset="0"/>
                <a:ea typeface="+mn-ea"/>
                <a:cs typeface="+mn-cs"/>
              </a:defRPr>
            </a:lvl4pPr>
            <a:lvl5pPr marL="1828251" indent="0" algn="l" rtl="0" eaLnBrk="0" fontAlgn="base" hangingPunct="0">
              <a:spcBef>
                <a:spcPts val="300"/>
              </a:spcBef>
              <a:spcAft>
                <a:spcPct val="0"/>
              </a:spcAft>
              <a:buClr>
                <a:schemeClr val="tx1"/>
              </a:buClr>
              <a:buFont typeface="Calibri" panose="020F0502020204030204" pitchFamily="34" charset="0"/>
              <a:buNone/>
              <a:defRPr sz="1600" b="1" kern="1200">
                <a:solidFill>
                  <a:schemeClr val="tx1"/>
                </a:solidFill>
                <a:latin typeface="Calibri" pitchFamily="34" charset="0"/>
                <a:ea typeface="+mn-ea"/>
                <a:cs typeface="+mn-cs"/>
              </a:defRPr>
            </a:lvl5pPr>
            <a:lvl6pPr marL="2285314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377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440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503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722313" lvl="1" indent="-342900">
              <a:buFont typeface="Arial" panose="020B0604020202020204" pitchFamily="34" charset="0"/>
              <a:buChar char="•"/>
            </a:pPr>
            <a:r>
              <a:rPr lang="en-US" altLang="zh-CN" dirty="0"/>
              <a:t>Support more ISA: Vega20… </a:t>
            </a:r>
          </a:p>
          <a:p>
            <a:pPr marL="722313" lvl="1" indent="-342900">
              <a:buFont typeface="Arial" panose="020B0604020202020204" pitchFamily="34" charset="0"/>
              <a:buChar char="•"/>
            </a:pPr>
            <a:r>
              <a:rPr lang="en-US" altLang="zh-CN" dirty="0"/>
              <a:t>Support more kernel size: 1x3 1x5 3x1…</a:t>
            </a:r>
          </a:p>
          <a:p>
            <a:pPr marL="722313" lvl="1" indent="-342900">
              <a:buFont typeface="Arial" panose="020B0604020202020204" pitchFamily="34" charset="0"/>
              <a:buChar char="•"/>
            </a:pPr>
            <a:r>
              <a:rPr lang="en-US" altLang="zh-CN" dirty="0"/>
              <a:t>Support more data type: fp16…</a:t>
            </a:r>
          </a:p>
          <a:p>
            <a:pPr marL="722313" lvl="1" indent="-342900">
              <a:buFont typeface="Arial" panose="020B0604020202020204" pitchFamily="34" charset="0"/>
              <a:buChar char="•"/>
            </a:pPr>
            <a:r>
              <a:rPr lang="en-US" dirty="0"/>
              <a:t>More </a:t>
            </a:r>
            <a:r>
              <a:rPr lang="en-US" altLang="zh-CN" dirty="0"/>
              <a:t>kernel </a:t>
            </a:r>
            <a:r>
              <a:rPr lang="en-US" dirty="0"/>
              <a:t>tuning </a:t>
            </a:r>
            <a:r>
              <a:rPr lang="en-US" altLang="zh-CN" dirty="0"/>
              <a:t>parameter , prefetch method, tuning method 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5203463"/>
      </p:ext>
    </p:extLst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4"/>
          <p:cNvSpPr txBox="1">
            <a:spLocks/>
          </p:cNvSpPr>
          <p:nvPr/>
        </p:nvSpPr>
        <p:spPr>
          <a:xfrm>
            <a:off x="428514" y="110404"/>
            <a:ext cx="11331798" cy="545234"/>
          </a:xfrm>
          <a:prstGeom prst="rect">
            <a:avLst/>
          </a:prstGeom>
        </p:spPr>
        <p:txBody>
          <a:bodyPr/>
          <a:lstStyle>
            <a:lvl1pPr algn="l" defTabSz="912813" rtl="0" eaLnBrk="0" fontAlgn="base" hangingPunct="0">
              <a:spcBef>
                <a:spcPct val="0"/>
              </a:spcBef>
              <a:spcAft>
                <a:spcPct val="0"/>
              </a:spcAft>
              <a:defRPr lang="en-US" sz="2200" b="1" i="1" kern="1200" cap="all" dirty="0">
                <a:solidFill>
                  <a:schemeClr val="tx2"/>
                </a:solidFill>
                <a:latin typeface="Arial" pitchFamily="34" charset="0"/>
                <a:ea typeface="+mj-ea"/>
                <a:cs typeface="Arial" pitchFamily="34" charset="0"/>
              </a:defRPr>
            </a:lvl1pPr>
            <a:lvl2pPr algn="l" defTabSz="912813" rtl="0" eaLnBrk="0" fontAlgn="base" hangingPunct="0">
              <a:spcBef>
                <a:spcPct val="0"/>
              </a:spcBef>
              <a:spcAft>
                <a:spcPct val="0"/>
              </a:spcAft>
              <a:defRPr sz="2200" b="1" i="1">
                <a:solidFill>
                  <a:schemeClr val="tx2"/>
                </a:solidFill>
                <a:latin typeface="Arial" charset="0"/>
                <a:cs typeface="Arial" charset="0"/>
              </a:defRPr>
            </a:lvl2pPr>
            <a:lvl3pPr algn="l" defTabSz="912813" rtl="0" eaLnBrk="0" fontAlgn="base" hangingPunct="0">
              <a:spcBef>
                <a:spcPct val="0"/>
              </a:spcBef>
              <a:spcAft>
                <a:spcPct val="0"/>
              </a:spcAft>
              <a:defRPr sz="2200" b="1" i="1">
                <a:solidFill>
                  <a:schemeClr val="tx2"/>
                </a:solidFill>
                <a:latin typeface="Arial" charset="0"/>
                <a:cs typeface="Arial" charset="0"/>
              </a:defRPr>
            </a:lvl3pPr>
            <a:lvl4pPr algn="l" defTabSz="912813" rtl="0" eaLnBrk="0" fontAlgn="base" hangingPunct="0">
              <a:spcBef>
                <a:spcPct val="0"/>
              </a:spcBef>
              <a:spcAft>
                <a:spcPct val="0"/>
              </a:spcAft>
              <a:defRPr sz="2200" b="1" i="1">
                <a:solidFill>
                  <a:schemeClr val="tx2"/>
                </a:solidFill>
                <a:latin typeface="Arial" charset="0"/>
                <a:cs typeface="Arial" charset="0"/>
              </a:defRPr>
            </a:lvl4pPr>
            <a:lvl5pPr algn="l" defTabSz="912813" rtl="0" eaLnBrk="0" fontAlgn="base" hangingPunct="0">
              <a:spcBef>
                <a:spcPct val="0"/>
              </a:spcBef>
              <a:spcAft>
                <a:spcPct val="0"/>
              </a:spcAft>
              <a:defRPr sz="2200" b="1" i="1">
                <a:solidFill>
                  <a:schemeClr val="tx2"/>
                </a:solidFill>
                <a:latin typeface="Arial" charset="0"/>
                <a:cs typeface="Arial" charset="0"/>
              </a:defRPr>
            </a:lvl5pPr>
            <a:lvl6pPr marL="457200" algn="l" defTabSz="912813" rtl="0" fontAlgn="base">
              <a:spcBef>
                <a:spcPct val="0"/>
              </a:spcBef>
              <a:spcAft>
                <a:spcPct val="0"/>
              </a:spcAft>
              <a:defRPr sz="2200" b="1" i="1">
                <a:solidFill>
                  <a:schemeClr val="tx2"/>
                </a:solidFill>
                <a:latin typeface="Arial" charset="0"/>
                <a:cs typeface="Arial" charset="0"/>
              </a:defRPr>
            </a:lvl6pPr>
            <a:lvl7pPr marL="914400" algn="l" defTabSz="912813" rtl="0" fontAlgn="base">
              <a:spcBef>
                <a:spcPct val="0"/>
              </a:spcBef>
              <a:spcAft>
                <a:spcPct val="0"/>
              </a:spcAft>
              <a:defRPr sz="2200" b="1" i="1">
                <a:solidFill>
                  <a:schemeClr val="tx2"/>
                </a:solidFill>
                <a:latin typeface="Arial" charset="0"/>
                <a:cs typeface="Arial" charset="0"/>
              </a:defRPr>
            </a:lvl7pPr>
            <a:lvl8pPr marL="1371600" algn="l" defTabSz="912813" rtl="0" fontAlgn="base">
              <a:spcBef>
                <a:spcPct val="0"/>
              </a:spcBef>
              <a:spcAft>
                <a:spcPct val="0"/>
              </a:spcAft>
              <a:defRPr sz="2200" b="1" i="1">
                <a:solidFill>
                  <a:schemeClr val="tx2"/>
                </a:solidFill>
                <a:latin typeface="Arial" charset="0"/>
                <a:cs typeface="Arial" charset="0"/>
              </a:defRPr>
            </a:lvl8pPr>
            <a:lvl9pPr marL="1828800" algn="l" defTabSz="912813" rtl="0" fontAlgn="base">
              <a:spcBef>
                <a:spcPct val="0"/>
              </a:spcBef>
              <a:spcAft>
                <a:spcPct val="0"/>
              </a:spcAft>
              <a:defRPr sz="2200" b="1" i="1">
                <a:solidFill>
                  <a:schemeClr val="tx2"/>
                </a:solidFill>
                <a:latin typeface="Arial" charset="0"/>
                <a:cs typeface="Arial" charset="0"/>
              </a:defRPr>
            </a:lvl9pPr>
          </a:lstStyle>
          <a:p>
            <a:pPr>
              <a:defRPr/>
            </a:pPr>
            <a:r>
              <a:rPr lang="en-US" altLang="zh-CN" sz="2600" i="0" dirty="0">
                <a:solidFill>
                  <a:schemeClr val="tx1"/>
                </a:solidFill>
                <a:latin typeface="Calibri" pitchFamily="34" charset="0"/>
                <a:cs typeface="+mj-cs"/>
              </a:rPr>
              <a:t>Only for fun – remote GUI  </a:t>
            </a:r>
            <a:endParaRPr lang="en-US" sz="2600" i="0" dirty="0">
              <a:solidFill>
                <a:schemeClr val="tx1"/>
              </a:solidFill>
              <a:latin typeface="Calibri" pitchFamily="34" charset="0"/>
              <a:cs typeface="+mj-cs"/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2A2C9B03-5BE1-4511-AC15-56D68EF411D5}"/>
              </a:ext>
            </a:extLst>
          </p:cNvPr>
          <p:cNvSpPr txBox="1">
            <a:spLocks/>
          </p:cNvSpPr>
          <p:nvPr/>
        </p:nvSpPr>
        <p:spPr bwMode="auto">
          <a:xfrm>
            <a:off x="308227" y="655637"/>
            <a:ext cx="11331798" cy="5824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45720" rIns="0" bIns="45720" numCol="1" anchor="t" anchorCtr="0" compatLnSpc="1">
            <a:prstTxWarp prst="textNoShape">
              <a:avLst/>
            </a:prstTxWarp>
            <a:noAutofit/>
          </a:bodyPr>
          <a:lstStyle>
            <a:lvl1pPr marL="0" indent="0" algn="l" rtl="0" eaLnBrk="0" fontAlgn="base" hangingPunct="0">
              <a:spcBef>
                <a:spcPts val="800"/>
              </a:spcBef>
              <a:spcAft>
                <a:spcPct val="0"/>
              </a:spcAft>
              <a:buClr>
                <a:schemeClr val="tx1"/>
              </a:buClr>
              <a:buFont typeface="Wingdings 3" panose="05040102010807070707" pitchFamily="18" charset="2"/>
              <a:buNone/>
              <a:defRPr sz="1999" b="1" kern="1200">
                <a:solidFill>
                  <a:schemeClr val="tx1"/>
                </a:solidFill>
                <a:latin typeface="Calibri" pitchFamily="34" charset="0"/>
                <a:ea typeface="+mn-ea"/>
                <a:cs typeface="+mn-cs"/>
              </a:defRPr>
            </a:lvl1pPr>
            <a:lvl2pPr marL="457063" indent="0" algn="l" rtl="0" eaLnBrk="0" fontAlgn="base" hangingPunct="0">
              <a:spcBef>
                <a:spcPts val="300"/>
              </a:spcBef>
              <a:spcAft>
                <a:spcPct val="0"/>
              </a:spcAft>
              <a:buClr>
                <a:schemeClr val="tx1"/>
              </a:buClr>
              <a:buFont typeface="Calibri" panose="020F0502020204030204" pitchFamily="34" charset="0"/>
              <a:buNone/>
              <a:defRPr sz="1999" b="1" kern="1200">
                <a:solidFill>
                  <a:schemeClr val="tx1"/>
                </a:solidFill>
                <a:latin typeface="Calibri" pitchFamily="34" charset="0"/>
                <a:ea typeface="+mn-ea"/>
                <a:cs typeface="+mn-cs"/>
              </a:defRPr>
            </a:lvl2pPr>
            <a:lvl3pPr marL="914126" indent="0" algn="l" rtl="0" eaLnBrk="0" fontAlgn="base" hangingPunct="0">
              <a:spcBef>
                <a:spcPts val="300"/>
              </a:spcBef>
              <a:spcAft>
                <a:spcPct val="0"/>
              </a:spcAft>
              <a:buClr>
                <a:schemeClr val="tx1"/>
              </a:buClr>
              <a:buFont typeface="Calibri" panose="020F0502020204030204" pitchFamily="34" charset="0"/>
              <a:buNone/>
              <a:defRPr sz="1799" b="1" kern="1200">
                <a:solidFill>
                  <a:schemeClr val="tx1"/>
                </a:solidFill>
                <a:latin typeface="Calibri" pitchFamily="34" charset="0"/>
                <a:ea typeface="+mn-ea"/>
                <a:cs typeface="+mn-cs"/>
              </a:defRPr>
            </a:lvl3pPr>
            <a:lvl4pPr marL="1371189" indent="0" algn="l" rtl="0" eaLnBrk="0" fontAlgn="base" hangingPunct="0">
              <a:spcBef>
                <a:spcPts val="300"/>
              </a:spcBef>
              <a:spcAft>
                <a:spcPct val="0"/>
              </a:spcAft>
              <a:buClr>
                <a:schemeClr val="tx1"/>
              </a:buClr>
              <a:buFont typeface="Calibri" panose="020F0502020204030204" pitchFamily="34" charset="0"/>
              <a:buNone/>
              <a:defRPr sz="1600" b="1" kern="1200">
                <a:solidFill>
                  <a:schemeClr val="tx1"/>
                </a:solidFill>
                <a:latin typeface="Calibri" pitchFamily="34" charset="0"/>
                <a:ea typeface="+mn-ea"/>
                <a:cs typeface="+mn-cs"/>
              </a:defRPr>
            </a:lvl4pPr>
            <a:lvl5pPr marL="1828251" indent="0" algn="l" rtl="0" eaLnBrk="0" fontAlgn="base" hangingPunct="0">
              <a:spcBef>
                <a:spcPts val="300"/>
              </a:spcBef>
              <a:spcAft>
                <a:spcPct val="0"/>
              </a:spcAft>
              <a:buClr>
                <a:schemeClr val="tx1"/>
              </a:buClr>
              <a:buFont typeface="Calibri" panose="020F0502020204030204" pitchFamily="34" charset="0"/>
              <a:buNone/>
              <a:defRPr sz="1600" b="1" kern="1200">
                <a:solidFill>
                  <a:schemeClr val="tx1"/>
                </a:solidFill>
                <a:latin typeface="Calibri" pitchFamily="34" charset="0"/>
                <a:ea typeface="+mn-ea"/>
                <a:cs typeface="+mn-cs"/>
              </a:defRPr>
            </a:lvl5pPr>
            <a:lvl6pPr marL="2285314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377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440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503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722313" lvl="1" indent="-342900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4" name="Picture 3" descr="TensileConvGUI">
            <a:extLst>
              <a:ext uri="{FF2B5EF4-FFF2-40B4-BE49-F238E27FC236}">
                <a16:creationId xmlns:a16="http://schemas.microsoft.com/office/drawing/2014/main" id="{4CE1FCD0-30F0-46FD-93B6-D13B24D738ED}"/>
              </a:ext>
            </a:extLst>
          </p:cNvPr>
          <p:cNvPicPr/>
          <p:nvPr/>
        </p:nvPicPr>
        <p:blipFill>
          <a:blip r:embed="rId3" r:link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16292" y="1070072"/>
            <a:ext cx="8272426" cy="493480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824862506"/>
      </p:ext>
    </p:extLst>
  </p:cSld>
  <p:clrMapOvr>
    <a:masterClrMapping/>
  </p:clrMapOvr>
  <p:transition/>
</p:sld>
</file>

<file path=ppt/theme/theme1.xml><?xml version="1.0" encoding="utf-8"?>
<a:theme xmlns:a="http://schemas.openxmlformats.org/drawingml/2006/main" name="AMD WIDE WHT">
  <a:themeElements>
    <a:clrScheme name="AMD Theme">
      <a:dk1>
        <a:sysClr val="windowText" lastClr="000000"/>
      </a:dk1>
      <a:lt1>
        <a:sysClr val="window" lastClr="FFFFFF"/>
      </a:lt1>
      <a:dk2>
        <a:srgbClr val="FFFFFF"/>
      </a:dk2>
      <a:lt2>
        <a:srgbClr val="000000"/>
      </a:lt2>
      <a:accent1>
        <a:srgbClr val="F26522"/>
      </a:accent1>
      <a:accent2>
        <a:srgbClr val="ED1C24"/>
      </a:accent2>
      <a:accent3>
        <a:srgbClr val="00AAB5"/>
      </a:accent3>
      <a:accent4>
        <a:srgbClr val="A6CE39"/>
      </a:accent4>
      <a:accent5>
        <a:srgbClr val="9650A0"/>
      </a:accent5>
      <a:accent6>
        <a:srgbClr val="C7C8CA"/>
      </a:accent6>
      <a:hlink>
        <a:srgbClr val="A6CE39"/>
      </a:hlink>
      <a:folHlink>
        <a:srgbClr val="C7C8CA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  <a:effectLst/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fontAlgn="auto">
          <a:spcBef>
            <a:spcPts val="0"/>
          </a:spcBef>
          <a:spcAft>
            <a:spcPts val="0"/>
          </a:spcAft>
          <a:defRPr sz="3200" dirty="0">
            <a:solidFill>
              <a:schemeClr val="tx2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accent3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/>
      <a:bodyPr anchor="ctr" anchorCtr="0"/>
      <a:lstStyle>
        <a:defPPr marL="0" marR="0" indent="0" algn="l" defTabSz="914400" rtl="0" eaLnBrk="1" fontAlgn="auto" latinLnBrk="0" hangingPunct="1">
          <a:lnSpc>
            <a:spcPct val="90000"/>
          </a:lnSpc>
          <a:spcBef>
            <a:spcPts val="300"/>
          </a:spcBef>
          <a:spcAft>
            <a:spcPts val="300"/>
          </a:spcAft>
          <a:buClr>
            <a:srgbClr val="FFFFFF"/>
          </a:buClr>
          <a:buSzTx/>
          <a:buFont typeface="Wingdings 3" pitchFamily="18" charset="2"/>
          <a:buNone/>
          <a:tabLst/>
          <a:defRPr kumimoji="0" sz="2000" b="0" i="0" u="none" strike="noStrike" kern="1200" cap="none" spc="0" normalizeH="0" baseline="0" noProof="0" dirty="0">
            <a:ln>
              <a:noFill/>
            </a:ln>
            <a:solidFill>
              <a:schemeClr val="tx1"/>
            </a:solidFill>
            <a:effectLst/>
            <a:uLnTx/>
            <a:uFillTx/>
            <a:latin typeface="+mj-lt"/>
            <a:ea typeface="MS PGothic" pitchFamily="34" charset="-128"/>
            <a:cs typeface="+mn-cs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AMD STANDARD WHT - ver6">
  <a:themeElements>
    <a:clrScheme name="AMD Theme">
      <a:dk1>
        <a:sysClr val="windowText" lastClr="000000"/>
      </a:dk1>
      <a:lt1>
        <a:sysClr val="window" lastClr="FFFFFF"/>
      </a:lt1>
      <a:dk2>
        <a:srgbClr val="FFFFFF"/>
      </a:dk2>
      <a:lt2>
        <a:srgbClr val="000000"/>
      </a:lt2>
      <a:accent1>
        <a:srgbClr val="F26522"/>
      </a:accent1>
      <a:accent2>
        <a:srgbClr val="ED1C24"/>
      </a:accent2>
      <a:accent3>
        <a:srgbClr val="00AAB5"/>
      </a:accent3>
      <a:accent4>
        <a:srgbClr val="A6CE39"/>
      </a:accent4>
      <a:accent5>
        <a:srgbClr val="9650A0"/>
      </a:accent5>
      <a:accent6>
        <a:srgbClr val="C7C8CA"/>
      </a:accent6>
      <a:hlink>
        <a:srgbClr val="A6CE39"/>
      </a:hlink>
      <a:folHlink>
        <a:srgbClr val="C7C8CA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  <a:effectLst/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fontAlgn="auto">
          <a:spcBef>
            <a:spcPts val="0"/>
          </a:spcBef>
          <a:spcAft>
            <a:spcPts val="0"/>
          </a:spcAft>
          <a:defRPr sz="3200" dirty="0">
            <a:solidFill>
              <a:schemeClr val="tx2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accent3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/>
      <a:bodyPr anchor="ctr" anchorCtr="0"/>
      <a:lstStyle>
        <a:defPPr marL="0" marR="0" indent="0" algn="l" defTabSz="914400" rtl="0" eaLnBrk="1" fontAlgn="auto" latinLnBrk="0" hangingPunct="1">
          <a:lnSpc>
            <a:spcPct val="90000"/>
          </a:lnSpc>
          <a:spcBef>
            <a:spcPts val="300"/>
          </a:spcBef>
          <a:spcAft>
            <a:spcPts val="300"/>
          </a:spcAft>
          <a:buClr>
            <a:srgbClr val="FFFFFF"/>
          </a:buClr>
          <a:buSzTx/>
          <a:buFont typeface="Wingdings 3" pitchFamily="18" charset="2"/>
          <a:buNone/>
          <a:tabLst/>
          <a:defRPr kumimoji="0" sz="2000" b="0" i="0" u="none" strike="noStrike" kern="1200" cap="none" spc="0" normalizeH="0" baseline="0" noProof="0" dirty="0">
            <a:ln>
              <a:noFill/>
            </a:ln>
            <a:solidFill>
              <a:schemeClr val="tx1"/>
            </a:solidFill>
            <a:effectLst/>
            <a:uLnTx/>
            <a:uFillTx/>
            <a:latin typeface="+mj-lt"/>
            <a:ea typeface="MS PGothic" pitchFamily="34" charset="-128"/>
            <a:cs typeface="+mn-cs"/>
          </a:defRPr>
        </a:defPPr>
      </a:lstStyle>
    </a:tx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ontrol xmlns="http://schemas.microsoft.com/VisualStudio/2011/storyboarding/control">
  <Id Name="f509eb23-35dd-452e-b603-87256e73c68f" Revision="1" Stencil="System.MyShapes" StencilVersion="1.0"/>
</Control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7411CDCC-0C50-48CC-AFCC-3B9750DC97C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1E6B1703-BB68-4AC9-A006-EA4DE4859361}">
  <ds:schemaRefs>
    <ds:schemaRef ds:uri="http://schemas.microsoft.com/VisualStudio/2011/storyboarding/control"/>
  </ds:schemaRefs>
</ds:datastoreItem>
</file>

<file path=customXml/itemProps3.xml><?xml version="1.0" encoding="utf-8"?>
<ds:datastoreItem xmlns:ds="http://schemas.openxmlformats.org/officeDocument/2006/customXml" ds:itemID="{7023AC22-A3B2-4C36-B05A-9DBED1C5B9A6}">
  <ds:schemaRefs>
    <ds:schemaRef ds:uri="http://purl.org/dc/terms/"/>
    <ds:schemaRef ds:uri="http://www.w3.org/XML/1998/namespace"/>
    <ds:schemaRef ds:uri="http://purl.org/dc/dcmitype/"/>
    <ds:schemaRef ds:uri="http://schemas.microsoft.com/office/2006/metadata/properties"/>
    <ds:schemaRef ds:uri="http://purl.org/dc/elements/1.1/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AMD WIDE WHT</Template>
  <TotalTime>7918</TotalTime>
  <Words>1012</Words>
  <Application>Microsoft Office PowerPoint</Application>
  <PresentationFormat>Custom</PresentationFormat>
  <Paragraphs>568</Paragraphs>
  <Slides>9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Wingdings 3</vt:lpstr>
      <vt:lpstr>AMD WIDE WHT</vt:lpstr>
      <vt:lpstr>AMD STANDARD WHT - ver6</vt:lpstr>
      <vt:lpstr>TensileConv update </vt:lpstr>
      <vt:lpstr> outline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Advanced Micro Devices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title</dc:title>
  <dc:creator>Advanced Micro Devices</dc:creator>
  <cp:lastModifiedBy>Wang, Fei</cp:lastModifiedBy>
  <cp:revision>595</cp:revision>
  <cp:lastPrinted>2013-07-20T14:31:32Z</cp:lastPrinted>
  <dcterms:created xsi:type="dcterms:W3CDTF">2013-09-12T03:23:02Z</dcterms:created>
  <dcterms:modified xsi:type="dcterms:W3CDTF">2019-02-26T13:31:34Z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0x01010064C402F5ED259A43B06C64BCBDB7DBD4</vt:lpwstr>
  </property>
</Properties>
</file>